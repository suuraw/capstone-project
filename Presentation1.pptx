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6B85-38DE-EB87-EE4A-3FDD83BEC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2FE5E-D617-A50E-7918-0D8354220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771E-C41B-6CA4-E83E-7C88087A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64268-25B2-01B4-9DB9-B6DD27AF3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CBF44-4CAC-E4A3-5E7E-B55BEFC4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02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9AD-5E7D-D9EF-450E-9B180054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165F5-CDEE-CD7E-FACD-75C266CAC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58B3F-4D82-D6BE-C22B-925749EA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7AD5-DEFD-7302-439B-B6DCC9CA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7C19B-6C83-05FD-7FDC-0BF7A6BC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9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62E7-0541-94BF-894B-3A85A3D3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E8F28-4FFE-098D-01EA-11C331E95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8386E-685C-CF9E-F803-93AA5064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BF9FC-A7EB-B8BF-3CF5-68FCA33D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3E012-C759-ABCB-B39E-F152CC46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1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F951-3608-FE6F-4592-18D943D0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BB2A0-7B7B-C326-C983-DE734A186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8DAC3-71DF-DCE8-14B5-BD41F5095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B42DC-974B-3D05-6EE7-9F877BEE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D1D50-BB9A-B3E1-5939-8D53E6C9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BCD2E-DDFE-2A44-25FC-FF16A586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48DE-F093-DEFA-B25B-44E643E2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EB43E-52F6-756C-F748-4A6D9CDF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0A873-6B54-B2EB-DB13-9ED3C0D88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9CA39-E83B-758B-3044-680E095D4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BF1C70-1AFC-D2E3-4365-17FA825BF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13D212-FEAB-4616-3F7A-CA690B70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A6653-9CEB-8182-7B14-E8F5A37C3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43915C-E4FE-7879-6168-4BAFA983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5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F7D2-29D9-CC62-F039-C8695EB1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FFAE7-3B27-9FC8-C48E-FB326502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29111-E845-7957-6DF9-4C8227FA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61A08-A030-7770-0B25-D06E3CF4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42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83839-3F4D-CCD1-DDE7-8238CFC6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54681B-2F42-6E81-9BAA-BE7FF9DF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59B12-AB82-E42D-109E-0D878D3A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00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FEA1-C468-7263-C47C-EE467A212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BB63-5376-F59E-DF54-50D9A0A7E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57F2C-12F6-04A3-EBD0-225BD5538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ECB30-D174-B0CB-255F-E9EE7211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3B417-3765-C113-CBF3-7E94AA17D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ED6D5-8CF6-A6A2-0B0E-7A0E4E2B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0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414A-EF74-EF15-FD8A-2FEADAFB1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7C773-BEC1-EFC4-8543-AB5FCE9DE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D0CB8-552A-E8EB-9EA1-338781E6F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58DF3-8EC8-0172-DC52-E44C13AB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847B8-53E1-3ACD-8DF2-2859D376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49EEE-502E-0489-BBE2-23F7B8A4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5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2423-5C38-EACB-49F6-75FBC0482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268A1-33C7-D61F-D667-FB7233009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3D0F3-6270-BE2C-04C9-A1B71DD2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A5119-B5A6-80FE-1BFC-6C30D799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9BF1E-747C-C69E-6D50-2BCC1919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1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7E75C-59FA-BFE9-D416-01AB6A34D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23B70-97A2-EED2-4B8D-6380B1F43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D6AD5-FC72-2E97-0DBC-6ED924EB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3753C-9767-82B0-0099-EED177C5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1D980-369C-49F5-85E9-C0639916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1D421-1A07-15B1-9656-84480397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B5066-2900-A342-D306-7B672FB96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22762-7DA5-184A-5B1E-CDF1A2037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A4B5A-97EE-4957-94A6-D30EA05EF45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A749D-FBCF-8175-92C1-BC2F9314D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FF12F-4D13-4DCD-9A5D-1F2FC994E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9B4B3-3D3F-4F54-A18B-DDF2A258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24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C05565-1715-E5CD-009B-696F22536E2F}"/>
              </a:ext>
            </a:extLst>
          </p:cNvPr>
          <p:cNvSpPr txBox="1"/>
          <p:nvPr/>
        </p:nvSpPr>
        <p:spPr>
          <a:xfrm>
            <a:off x="237744" y="219456"/>
            <a:ext cx="9537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Work : Data Preparation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0C1F2-7B7C-D40F-CC51-118201F1D5F2}"/>
              </a:ext>
            </a:extLst>
          </p:cNvPr>
          <p:cNvSpPr txBox="1"/>
          <p:nvPr/>
        </p:nvSpPr>
        <p:spPr>
          <a:xfrm>
            <a:off x="237744" y="804231"/>
            <a:ext cx="7872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| Data Preprocessing |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5FCCE4-92F0-B27F-685A-705B5A7E8B34}"/>
              </a:ext>
            </a:extLst>
          </p:cNvPr>
          <p:cNvSpPr/>
          <p:nvPr/>
        </p:nvSpPr>
        <p:spPr>
          <a:xfrm>
            <a:off x="310896" y="1173563"/>
            <a:ext cx="3776472" cy="6949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in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HR_Hiring_Details_Transaction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8995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CFCAE0-DC03-A728-4F73-62D163F62F58}"/>
              </a:ext>
            </a:extLst>
          </p:cNvPr>
          <p:cNvSpPr/>
          <p:nvPr/>
        </p:nvSpPr>
        <p:spPr>
          <a:xfrm>
            <a:off x="310896" y="1969090"/>
            <a:ext cx="3776472" cy="30418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Modules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 Meaning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 Changing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Columns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Values Columns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Columns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Duplicate Values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Values Treatment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B38A3-DF32-5A52-033A-00A8D4695FB2}"/>
              </a:ext>
            </a:extLst>
          </p:cNvPr>
          <p:cNvSpPr/>
          <p:nvPr/>
        </p:nvSpPr>
        <p:spPr>
          <a:xfrm>
            <a:off x="310896" y="5111496"/>
            <a:ext cx="3776472" cy="9422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clean, unified dataset of 8995 records with standardized column names, 0 NULL values, and 0 duplicate entries.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22071E-FC50-97D2-CE3A-6A0D99B94EAD}"/>
              </a:ext>
            </a:extLst>
          </p:cNvPr>
          <p:cNvSpPr/>
          <p:nvPr/>
        </p:nvSpPr>
        <p:spPr>
          <a:xfrm>
            <a:off x="4232150" y="1173563"/>
            <a:ext cx="3776472" cy="6949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 = 26</a:t>
            </a:r>
          </a:p>
          <a:p>
            <a:pPr algn="ctr"/>
            <a:r>
              <a:rPr lang="en-US"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Columns = 11</a:t>
            </a:r>
          </a:p>
          <a:p>
            <a:pPr algn="ctr"/>
            <a:r>
              <a:rPr lang="en-US"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Columns = 15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DE7BE-9ABD-AF50-FE70-2BE709704631}"/>
              </a:ext>
            </a:extLst>
          </p:cNvPr>
          <p:cNvSpPr/>
          <p:nvPr/>
        </p:nvSpPr>
        <p:spPr>
          <a:xfrm>
            <a:off x="4232150" y="1969090"/>
            <a:ext cx="3776472" cy="30418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b="1" u="sng" dirty="0"/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Status Column to End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Treatment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Date_of_Interview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Postal_Code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Plots of Numerical Columns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 of Categorical Columns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Columns vs Status — Statistical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6917E-04A1-FC86-E2F6-0FB3EF142D29}"/>
              </a:ext>
            </a:extLst>
          </p:cNvPr>
          <p:cNvSpPr/>
          <p:nvPr/>
        </p:nvSpPr>
        <p:spPr>
          <a:xfrm>
            <a:off x="4232150" y="5111496"/>
            <a:ext cx="3776472" cy="9422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preprocessed dataset with outliers treated using IQR , distributions analyzed across all numerical and categorical columns, and each variable examined against the target column Status.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E7CBE2-3219-5149-167F-FDDAFFA53EBA}"/>
              </a:ext>
            </a:extLst>
          </p:cNvPr>
          <p:cNvSpPr/>
          <p:nvPr/>
        </p:nvSpPr>
        <p:spPr>
          <a:xfrm>
            <a:off x="8153404" y="1173563"/>
            <a:ext cx="3776472" cy="6949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Columns in Final Dataset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 + 1 (Target)</a:t>
            </a:r>
            <a:endParaRPr lang="en-US" sz="1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62F32-CE20-54FF-3539-0F197CCDD1B4}"/>
              </a:ext>
            </a:extLst>
          </p:cNvPr>
          <p:cNvSpPr/>
          <p:nvPr/>
        </p:nvSpPr>
        <p:spPr>
          <a:xfrm>
            <a:off x="8153404" y="1969090"/>
            <a:ext cx="3776472" cy="30418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Unnecessary Columns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Encoding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Encoding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Ordinal Encoding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(OHE)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 Prep for 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04AFA1-966B-EFD3-D137-87D0C7D0CF8E}"/>
              </a:ext>
            </a:extLst>
          </p:cNvPr>
          <p:cNvSpPr/>
          <p:nvPr/>
        </p:nvSpPr>
        <p:spPr>
          <a:xfrm>
            <a:off x="8153404" y="5111496"/>
            <a:ext cx="3776472" cy="9422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engineered dataset of 8,995 records with 43 ML-ready features.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196086-7307-7C47-4F8E-3EF69EA5D856}"/>
              </a:ext>
            </a:extLst>
          </p:cNvPr>
          <p:cNvSpPr/>
          <p:nvPr/>
        </p:nvSpPr>
        <p:spPr>
          <a:xfrm>
            <a:off x="310896" y="6144768"/>
            <a:ext cx="11618980" cy="4937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engineered dataset of 8,995 records with 43 ML-ready features, standardized column names, 0 NULL values, 0 duplicate entries, outliers treated, categorical variables encoded using Target, Binary, Ordinal &amp; One-Hot Encoding, new features derived, and numerical columns normalized using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836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260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Neogi, Srinath</dc:creator>
  <cp:lastModifiedBy>Neogi, Srinath</cp:lastModifiedBy>
  <cp:revision>1</cp:revision>
  <dcterms:created xsi:type="dcterms:W3CDTF">2026-09-15T14:20:05Z</dcterms:created>
  <dcterms:modified xsi:type="dcterms:W3CDTF">2026-09-15T19:10:11Z</dcterms:modified>
</cp:coreProperties>
</file>