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93" r:id="rId4"/>
  </p:sldMasterIdLst>
  <p:notesMasterIdLst>
    <p:notesMasterId r:id="rId31"/>
  </p:notesMasterIdLst>
  <p:handoutMasterIdLst>
    <p:handoutMasterId r:id="rId32"/>
  </p:handoutMasterIdLst>
  <p:sldIdLst>
    <p:sldId id="436" r:id="rId5"/>
    <p:sldId id="776" r:id="rId6"/>
    <p:sldId id="270" r:id="rId7"/>
    <p:sldId id="449" r:id="rId8"/>
    <p:sldId id="342" r:id="rId9"/>
    <p:sldId id="354" r:id="rId10"/>
    <p:sldId id="451" r:id="rId11"/>
    <p:sldId id="407" r:id="rId12"/>
    <p:sldId id="452" r:id="rId13"/>
    <p:sldId id="781" r:id="rId14"/>
    <p:sldId id="355" r:id="rId15"/>
    <p:sldId id="408" r:id="rId16"/>
    <p:sldId id="455" r:id="rId17"/>
    <p:sldId id="798" r:id="rId18"/>
    <p:sldId id="412" r:id="rId19"/>
    <p:sldId id="456" r:id="rId20"/>
    <p:sldId id="457" r:id="rId21"/>
    <p:sldId id="778" r:id="rId22"/>
    <p:sldId id="780" r:id="rId23"/>
    <p:sldId id="782" r:id="rId24"/>
    <p:sldId id="779" r:id="rId25"/>
    <p:sldId id="783" r:id="rId26"/>
    <p:sldId id="797" r:id="rId27"/>
    <p:sldId id="411" r:id="rId28"/>
    <p:sldId id="459" r:id="rId29"/>
    <p:sldId id="448" r:id="rId30"/>
  </p:sldIdLst>
  <p:sldSz cx="12192000" cy="6858000"/>
  <p:notesSz cx="7315200" cy="96012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593" userDrawn="1">
          <p15:clr>
            <a:srgbClr val="A4A3A4"/>
          </p15:clr>
        </p15:guide>
        <p15:guide id="13" orient="horz" pos="2568" userDrawn="1">
          <p15:clr>
            <a:srgbClr val="A4A3A4"/>
          </p15:clr>
        </p15:guide>
        <p15:guide id="14" orient="horz" pos="3072" userDrawn="1">
          <p15:clr>
            <a:srgbClr val="A4A3A4"/>
          </p15:clr>
        </p15:guide>
        <p15:guide id="15" orient="horz" pos="3589"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mika H" initials="A" lastIdx="8" clrIdx="0">
    <p:extLst>
      <p:ext uri="{19B8F6BF-5375-455C-9EA6-DF929625EA0E}">
        <p15:presenceInfo xmlns:p15="http://schemas.microsoft.com/office/powerpoint/2012/main" userId="Tamika 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CDC"/>
    <a:srgbClr val="000000"/>
    <a:srgbClr val="FFCD00"/>
    <a:srgbClr val="ED8B00"/>
    <a:srgbClr val="DB291C"/>
    <a:srgbClr val="FF9900"/>
    <a:srgbClr val="C00000"/>
    <a:srgbClr val="3C8A2E"/>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106" dt="2026-08-28T06:03:03.338"/>
    <p1510:client id="{02E83284-9B17-4FB5-8489-D87B4FAB7866}" v="9" dt="2026-08-28T03:45:42.465"/>
    <p1510:client id="{187E6DF8-0E48-42B6-8D3E-D397EC7B7391}" v="3662" dt="2026-08-28T06:23:50.433"/>
    <p1510:client id="{25BE54C2-1AD1-470F-AB9C-CACB838B7F54}" v="16" dt="2026-08-28T04:19:11.501"/>
    <p1510:client id="{366EE1A7-0310-4609-82D3-C40C74B1B410}" v="1067" dt="2026-08-28T06:23:50.763"/>
    <p1510:client id="{48CE484B-8F64-4514-A0D1-774DE523CDD9}" v="2" dt="2026-08-27T12:23:11.785"/>
    <p1510:client id="{760FA4C4-4CB8-4D05-B741-E19CB0042439}" v="211" dt="2026-08-28T06:01:46.778"/>
    <p1510:client id="{79A0E429-080A-4611-BA07-4DD61C41553C}" v="552" dt="2026-08-28T05:57:42.535"/>
    <p1510:client id="{E4717E99-20EE-4816-A4B3-4E4F278E1C18}" v="21" dt="2026-08-28T04:58:18.285"/>
    <p1510:client id="{F46475CB-9D43-4F67-8DDE-D3CC2134CA09}" v="7" dt="2026-08-28T04:23:29.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guide orient="horz" pos="2047"/>
        <p:guide orient="horz" pos="1593"/>
        <p:guide orient="horz" pos="2568"/>
        <p:guide orient="horz" pos="3072"/>
        <p:guide orient="horz" pos="3589"/>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3B395A-2261-411A-8947-28002A725D48}"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2343E3E1-A072-4470-8DF6-D647121799A1}" type="pres">
      <dgm:prSet presAssocID="{0D3B395A-2261-411A-8947-28002A725D48}" presName="rootnode" presStyleCnt="0">
        <dgm:presLayoutVars>
          <dgm:chMax/>
          <dgm:chPref/>
          <dgm:dir/>
          <dgm:animLvl val="lvl"/>
        </dgm:presLayoutVars>
      </dgm:prSet>
      <dgm:spPr/>
    </dgm:pt>
  </dgm:ptLst>
  <dgm:cxnLst>
    <dgm:cxn modelId="{8C283497-5AD8-40C5-B3D7-E6CA9974631D}" type="presOf" srcId="{0D3B395A-2261-411A-8947-28002A725D48}" destId="{2343E3E1-A072-4470-8DF6-D647121799A1}" srcOrd="0"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ED2C5A-5A47-4F1B-A5CC-87CAE6D71F81}"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9B37D889-D84F-4E04-85A0-51599880E6AD}">
      <dgm:prSet phldrT="[Text]" phldr="0"/>
      <dgm:spPr>
        <a:solidFill>
          <a:srgbClr val="009A44"/>
        </a:solidFill>
      </dgm:spPr>
      <dgm:t>
        <a:bodyPr/>
        <a:lstStyle/>
        <a:p>
          <a:r>
            <a:rPr lang="en-US"/>
            <a:t>Csv Files</a:t>
          </a:r>
        </a:p>
      </dgm:t>
    </dgm:pt>
    <dgm:pt modelId="{C5E768F4-1856-4D88-A8C6-70B2C1BFE859}" type="parTrans" cxnId="{ACC1E8B8-322D-480A-9612-D9EB25A0EDD7}">
      <dgm:prSet/>
      <dgm:spPr/>
      <dgm:t>
        <a:bodyPr/>
        <a:lstStyle/>
        <a:p>
          <a:endParaRPr lang="en-US"/>
        </a:p>
      </dgm:t>
    </dgm:pt>
    <dgm:pt modelId="{28BA7583-D763-47B8-AA36-729B3292997E}" type="sibTrans" cxnId="{ACC1E8B8-322D-480A-9612-D9EB25A0EDD7}">
      <dgm:prSet/>
      <dgm:spPr/>
      <dgm:t>
        <a:bodyPr/>
        <a:lstStyle/>
        <a:p>
          <a:endParaRPr lang="en-US"/>
        </a:p>
      </dgm:t>
    </dgm:pt>
    <dgm:pt modelId="{7FDC874E-1DC3-4C51-958B-3300785F40B2}">
      <dgm:prSet phldrT="[Text]"/>
      <dgm:spPr>
        <a:solidFill>
          <a:srgbClr val="009A44"/>
        </a:solidFill>
      </dgm:spPr>
      <dgm:t>
        <a:bodyPr/>
        <a:lstStyle/>
        <a:p>
          <a:r>
            <a:rPr lang="en-US"/>
            <a:t>AWS S3</a:t>
          </a:r>
        </a:p>
      </dgm:t>
    </dgm:pt>
    <dgm:pt modelId="{F18F07FB-B094-486C-A7D3-E79B307DDBF8}" type="parTrans" cxnId="{D4FDDC97-0E6D-4CA2-B6E1-D8E382B2CDD1}">
      <dgm:prSet/>
      <dgm:spPr/>
      <dgm:t>
        <a:bodyPr/>
        <a:lstStyle/>
        <a:p>
          <a:endParaRPr lang="en-US"/>
        </a:p>
      </dgm:t>
    </dgm:pt>
    <dgm:pt modelId="{B8ACE8AF-5955-462A-8F1A-650CBBB2FD33}" type="sibTrans" cxnId="{D4FDDC97-0E6D-4CA2-B6E1-D8E382B2CDD1}">
      <dgm:prSet/>
      <dgm:spPr/>
      <dgm:t>
        <a:bodyPr/>
        <a:lstStyle/>
        <a:p>
          <a:endParaRPr lang="en-US"/>
        </a:p>
      </dgm:t>
    </dgm:pt>
    <dgm:pt modelId="{03FFDBEA-4D0D-477E-AFBF-18DD7F542DD5}">
      <dgm:prSet phldrT="[Text]"/>
      <dgm:spPr>
        <a:solidFill>
          <a:srgbClr val="009A44"/>
        </a:solidFill>
      </dgm:spPr>
      <dgm:t>
        <a:bodyPr/>
        <a:lstStyle/>
        <a:p>
          <a:r>
            <a:rPr lang="en-US"/>
            <a:t>Redshift</a:t>
          </a:r>
        </a:p>
      </dgm:t>
    </dgm:pt>
    <dgm:pt modelId="{4E9B4034-B3EE-46D4-AE4D-833261AEFF80}" type="parTrans" cxnId="{E72D4709-A589-45BC-9F80-A45EEE6E6502}">
      <dgm:prSet/>
      <dgm:spPr/>
      <dgm:t>
        <a:bodyPr/>
        <a:lstStyle/>
        <a:p>
          <a:endParaRPr lang="en-US"/>
        </a:p>
      </dgm:t>
    </dgm:pt>
    <dgm:pt modelId="{F8B18AB3-4C1B-471E-9D05-5EB548359C48}" type="sibTrans" cxnId="{E72D4709-A589-45BC-9F80-A45EEE6E6502}">
      <dgm:prSet/>
      <dgm:spPr/>
      <dgm:t>
        <a:bodyPr/>
        <a:lstStyle/>
        <a:p>
          <a:endParaRPr lang="en-US"/>
        </a:p>
      </dgm:t>
    </dgm:pt>
    <dgm:pt modelId="{F66DACE4-1434-41BB-963F-729381BE7304}">
      <dgm:prSet phldrT="[Text]" phldr="0"/>
      <dgm:spPr>
        <a:solidFill>
          <a:srgbClr val="009A44"/>
        </a:solidFill>
      </dgm:spPr>
      <dgm:t>
        <a:bodyPr/>
        <a:lstStyle/>
        <a:p>
          <a:r>
            <a:rPr lang="en-US"/>
            <a:t>Power BI</a:t>
          </a:r>
        </a:p>
      </dgm:t>
    </dgm:pt>
    <dgm:pt modelId="{5351A6E2-561A-4CFB-8BA0-73AA0BCFAE36}" type="parTrans" cxnId="{F92CF034-BF8A-4616-A53E-EF7B5FE6BE9F}">
      <dgm:prSet/>
      <dgm:spPr/>
      <dgm:t>
        <a:bodyPr/>
        <a:lstStyle/>
        <a:p>
          <a:endParaRPr lang="en-US"/>
        </a:p>
      </dgm:t>
    </dgm:pt>
    <dgm:pt modelId="{71146CD0-529D-4070-8CB1-0130C7163D61}" type="sibTrans" cxnId="{F92CF034-BF8A-4616-A53E-EF7B5FE6BE9F}">
      <dgm:prSet/>
      <dgm:spPr/>
      <dgm:t>
        <a:bodyPr/>
        <a:lstStyle/>
        <a:p>
          <a:endParaRPr lang="en-US"/>
        </a:p>
      </dgm:t>
    </dgm:pt>
    <dgm:pt modelId="{41C53D5B-6509-4EDB-9093-214A5639BED0}">
      <dgm:prSet phldrT="[Text]" phldr="0"/>
      <dgm:spPr>
        <a:solidFill>
          <a:srgbClr val="009A44"/>
        </a:solidFill>
      </dgm:spPr>
      <dgm:t>
        <a:bodyPr/>
        <a:lstStyle/>
        <a:p>
          <a:r>
            <a:rPr lang="en-US" err="1"/>
            <a:t>Quicksight</a:t>
          </a:r>
          <a:endParaRPr lang="en-US"/>
        </a:p>
      </dgm:t>
    </dgm:pt>
    <dgm:pt modelId="{2D437662-3DC4-4B56-A890-1EB75026FC9B}" type="parTrans" cxnId="{815B3DFD-48C0-4316-811E-9DFD9E4ABEC4}">
      <dgm:prSet/>
      <dgm:spPr/>
      <dgm:t>
        <a:bodyPr/>
        <a:lstStyle/>
        <a:p>
          <a:endParaRPr lang="en-US"/>
        </a:p>
      </dgm:t>
    </dgm:pt>
    <dgm:pt modelId="{047DBE41-6005-4CB0-9151-B9CEB806EFD0}" type="sibTrans" cxnId="{815B3DFD-48C0-4316-811E-9DFD9E4ABEC4}">
      <dgm:prSet/>
      <dgm:spPr/>
      <dgm:t>
        <a:bodyPr/>
        <a:lstStyle/>
        <a:p>
          <a:endParaRPr lang="en-US"/>
        </a:p>
      </dgm:t>
    </dgm:pt>
    <dgm:pt modelId="{72FF7E37-EA61-47F4-80D8-28AF1E137680}">
      <dgm:prSet phldrT="[Text]" phldr="0"/>
      <dgm:spPr>
        <a:solidFill>
          <a:srgbClr val="009A44"/>
        </a:solidFill>
      </dgm:spPr>
      <dgm:t>
        <a:bodyPr/>
        <a:lstStyle/>
        <a:p>
          <a:r>
            <a:rPr lang="en-US" err="1"/>
            <a:t>Cloudwatch</a:t>
          </a:r>
          <a:r>
            <a:rPr lang="en-US"/>
            <a:t> &amp; Lambda</a:t>
          </a:r>
        </a:p>
      </dgm:t>
    </dgm:pt>
    <dgm:pt modelId="{C8033584-F7E7-4D14-A27E-46FFE090889C}" type="parTrans" cxnId="{A4D79DEC-4FD2-4091-854F-B68B71B5D2E9}">
      <dgm:prSet/>
      <dgm:spPr/>
      <dgm:t>
        <a:bodyPr/>
        <a:lstStyle/>
        <a:p>
          <a:endParaRPr lang="en-US"/>
        </a:p>
      </dgm:t>
    </dgm:pt>
    <dgm:pt modelId="{FBB20B00-BD69-42A4-84D7-17C05943FC73}" type="sibTrans" cxnId="{A4D79DEC-4FD2-4091-854F-B68B71B5D2E9}">
      <dgm:prSet/>
      <dgm:spPr/>
      <dgm:t>
        <a:bodyPr/>
        <a:lstStyle/>
        <a:p>
          <a:endParaRPr lang="en-US"/>
        </a:p>
      </dgm:t>
    </dgm:pt>
    <dgm:pt modelId="{93E45F01-D19A-4A06-ABC6-8BA5BF4FC431}">
      <dgm:prSet phldrT="[Text]"/>
      <dgm:spPr>
        <a:solidFill>
          <a:srgbClr val="009A44"/>
        </a:solidFill>
      </dgm:spPr>
      <dgm:t>
        <a:bodyPr/>
        <a:lstStyle/>
        <a:p>
          <a:r>
            <a:rPr lang="en-US" err="1"/>
            <a:t>Sagemaker</a:t>
          </a:r>
          <a:endParaRPr lang="en-US"/>
        </a:p>
      </dgm:t>
    </dgm:pt>
    <dgm:pt modelId="{34695ED3-062E-4026-AA40-AC251F4AFA63}" type="parTrans" cxnId="{EE533A98-53D1-4D74-A34B-07D7FFFD9795}">
      <dgm:prSet/>
      <dgm:spPr/>
      <dgm:t>
        <a:bodyPr/>
        <a:lstStyle/>
        <a:p>
          <a:endParaRPr lang="en-US"/>
        </a:p>
      </dgm:t>
    </dgm:pt>
    <dgm:pt modelId="{8088ED2F-3E68-4540-BFA9-176090230BD1}" type="sibTrans" cxnId="{EE533A98-53D1-4D74-A34B-07D7FFFD9795}">
      <dgm:prSet/>
      <dgm:spPr/>
      <dgm:t>
        <a:bodyPr/>
        <a:lstStyle/>
        <a:p>
          <a:endParaRPr lang="en-US"/>
        </a:p>
      </dgm:t>
    </dgm:pt>
    <dgm:pt modelId="{1E517BCB-DB6B-4993-83B9-E50BA076B47E}" type="pres">
      <dgm:prSet presAssocID="{39ED2C5A-5A47-4F1B-A5CC-87CAE6D71F81}" presName="Name0" presStyleCnt="0">
        <dgm:presLayoutVars>
          <dgm:dir/>
          <dgm:animLvl val="lvl"/>
          <dgm:resizeHandles val="exact"/>
        </dgm:presLayoutVars>
      </dgm:prSet>
      <dgm:spPr/>
    </dgm:pt>
    <dgm:pt modelId="{98D55C5B-F6A5-4C66-BD87-165D5122560B}" type="pres">
      <dgm:prSet presAssocID="{9B37D889-D84F-4E04-85A0-51599880E6AD}" presName="parTxOnly" presStyleLbl="node1" presStyleIdx="0" presStyleCnt="7">
        <dgm:presLayoutVars>
          <dgm:chMax val="0"/>
          <dgm:chPref val="0"/>
          <dgm:bulletEnabled val="1"/>
        </dgm:presLayoutVars>
      </dgm:prSet>
      <dgm:spPr/>
    </dgm:pt>
    <dgm:pt modelId="{473C8711-4C3F-4219-AC30-515976EAC7EE}" type="pres">
      <dgm:prSet presAssocID="{28BA7583-D763-47B8-AA36-729B3292997E}" presName="parTxOnlySpace" presStyleCnt="0"/>
      <dgm:spPr/>
    </dgm:pt>
    <dgm:pt modelId="{631A446B-2A0B-4BE3-975B-EF0712B8D3EF}" type="pres">
      <dgm:prSet presAssocID="{7FDC874E-1DC3-4C51-958B-3300785F40B2}" presName="parTxOnly" presStyleLbl="node1" presStyleIdx="1" presStyleCnt="7" custLinFactNeighborX="-2343" custLinFactNeighborY="0">
        <dgm:presLayoutVars>
          <dgm:chMax val="0"/>
          <dgm:chPref val="0"/>
          <dgm:bulletEnabled val="1"/>
        </dgm:presLayoutVars>
      </dgm:prSet>
      <dgm:spPr/>
    </dgm:pt>
    <dgm:pt modelId="{CACE5323-D527-4A87-B5B5-6628CF3FCA19}" type="pres">
      <dgm:prSet presAssocID="{B8ACE8AF-5955-462A-8F1A-650CBBB2FD33}" presName="parTxOnlySpace" presStyleCnt="0"/>
      <dgm:spPr/>
    </dgm:pt>
    <dgm:pt modelId="{321CE813-8CE8-4AEF-9CC0-747D863039EA}" type="pres">
      <dgm:prSet presAssocID="{03FFDBEA-4D0D-477E-AFBF-18DD7F542DD5}" presName="parTxOnly" presStyleLbl="node1" presStyleIdx="2" presStyleCnt="7" custLinFactNeighborX="31190" custLinFactNeighborY="6820">
        <dgm:presLayoutVars>
          <dgm:chMax val="0"/>
          <dgm:chPref val="0"/>
          <dgm:bulletEnabled val="1"/>
        </dgm:presLayoutVars>
      </dgm:prSet>
      <dgm:spPr/>
    </dgm:pt>
    <dgm:pt modelId="{D9777451-62EC-4F71-83AF-AFB4825A6A4D}" type="pres">
      <dgm:prSet presAssocID="{F8B18AB3-4C1B-471E-9D05-5EB548359C48}" presName="parTxOnlySpace" presStyleCnt="0"/>
      <dgm:spPr/>
    </dgm:pt>
    <dgm:pt modelId="{59FAB65D-D860-47BF-8A50-454A2492124E}" type="pres">
      <dgm:prSet presAssocID="{F66DACE4-1434-41BB-963F-729381BE7304}" presName="parTxOnly" presStyleLbl="node1" presStyleIdx="3" presStyleCnt="7" custLinFactNeighborX="-5212" custLinFactNeighborY="836">
        <dgm:presLayoutVars>
          <dgm:chMax val="0"/>
          <dgm:chPref val="0"/>
          <dgm:bulletEnabled val="1"/>
        </dgm:presLayoutVars>
      </dgm:prSet>
      <dgm:spPr/>
    </dgm:pt>
    <dgm:pt modelId="{CEE6A3F3-8741-40AF-80D6-C9BCCF79B121}" type="pres">
      <dgm:prSet presAssocID="{71146CD0-529D-4070-8CB1-0130C7163D61}" presName="parTxOnlySpace" presStyleCnt="0"/>
      <dgm:spPr/>
    </dgm:pt>
    <dgm:pt modelId="{820CBE67-F396-43D1-B4F0-2C42B251204F}" type="pres">
      <dgm:prSet presAssocID="{41C53D5B-6509-4EDB-9093-214A5639BED0}" presName="parTxOnly" presStyleLbl="node1" presStyleIdx="4" presStyleCnt="7" custLinFactNeighborX="-23632" custLinFactNeighborY="-2127">
        <dgm:presLayoutVars>
          <dgm:chMax val="0"/>
          <dgm:chPref val="0"/>
          <dgm:bulletEnabled val="1"/>
        </dgm:presLayoutVars>
      </dgm:prSet>
      <dgm:spPr/>
    </dgm:pt>
    <dgm:pt modelId="{7AC1F743-624D-4060-AB36-AFD81BD3A21C}" type="pres">
      <dgm:prSet presAssocID="{047DBE41-6005-4CB0-9151-B9CEB806EFD0}" presName="parTxOnlySpace" presStyleCnt="0"/>
      <dgm:spPr/>
    </dgm:pt>
    <dgm:pt modelId="{C1AE2B16-5714-4035-AB0A-776E38957947}" type="pres">
      <dgm:prSet presAssocID="{72FF7E37-EA61-47F4-80D8-28AF1E137680}" presName="parTxOnly" presStyleLbl="node1" presStyleIdx="5" presStyleCnt="7" custLinFactNeighborX="16561">
        <dgm:presLayoutVars>
          <dgm:chMax val="0"/>
          <dgm:chPref val="0"/>
          <dgm:bulletEnabled val="1"/>
        </dgm:presLayoutVars>
      </dgm:prSet>
      <dgm:spPr/>
    </dgm:pt>
    <dgm:pt modelId="{7514C2D4-CC85-40D3-A596-72CCEBFCF3B3}" type="pres">
      <dgm:prSet presAssocID="{FBB20B00-BD69-42A4-84D7-17C05943FC73}" presName="parTxOnlySpace" presStyleCnt="0"/>
      <dgm:spPr/>
    </dgm:pt>
    <dgm:pt modelId="{F2F23321-FDE0-45AF-883B-E68AB4AB2D54}" type="pres">
      <dgm:prSet presAssocID="{93E45F01-D19A-4A06-ABC6-8BA5BF4FC431}" presName="parTxOnly" presStyleLbl="node1" presStyleIdx="6" presStyleCnt="7">
        <dgm:presLayoutVars>
          <dgm:chMax val="0"/>
          <dgm:chPref val="0"/>
          <dgm:bulletEnabled val="1"/>
        </dgm:presLayoutVars>
      </dgm:prSet>
      <dgm:spPr/>
    </dgm:pt>
  </dgm:ptLst>
  <dgm:cxnLst>
    <dgm:cxn modelId="{D968CA04-76A2-4008-A252-828088A0BA87}" type="presOf" srcId="{03FFDBEA-4D0D-477E-AFBF-18DD7F542DD5}" destId="{321CE813-8CE8-4AEF-9CC0-747D863039EA}" srcOrd="0" destOrd="0" presId="urn:microsoft.com/office/officeart/2005/8/layout/chevron1"/>
    <dgm:cxn modelId="{E72D4709-A589-45BC-9F80-A45EEE6E6502}" srcId="{39ED2C5A-5A47-4F1B-A5CC-87CAE6D71F81}" destId="{03FFDBEA-4D0D-477E-AFBF-18DD7F542DD5}" srcOrd="2" destOrd="0" parTransId="{4E9B4034-B3EE-46D4-AE4D-833261AEFF80}" sibTransId="{F8B18AB3-4C1B-471E-9D05-5EB548359C48}"/>
    <dgm:cxn modelId="{09B25D0B-A846-4186-AC76-13224476D2C8}" type="presOf" srcId="{7FDC874E-1DC3-4C51-958B-3300785F40B2}" destId="{631A446B-2A0B-4BE3-975B-EF0712B8D3EF}" srcOrd="0" destOrd="0" presId="urn:microsoft.com/office/officeart/2005/8/layout/chevron1"/>
    <dgm:cxn modelId="{58E1720D-8E08-466D-8C8E-52785991C12E}" type="presOf" srcId="{F66DACE4-1434-41BB-963F-729381BE7304}" destId="{59FAB65D-D860-47BF-8A50-454A2492124E}" srcOrd="0" destOrd="0" presId="urn:microsoft.com/office/officeart/2005/8/layout/chevron1"/>
    <dgm:cxn modelId="{D1969819-B6FB-449C-9225-0D9B86216E1C}" type="presOf" srcId="{39ED2C5A-5A47-4F1B-A5CC-87CAE6D71F81}" destId="{1E517BCB-DB6B-4993-83B9-E50BA076B47E}" srcOrd="0" destOrd="0" presId="urn:microsoft.com/office/officeart/2005/8/layout/chevron1"/>
    <dgm:cxn modelId="{F92CF034-BF8A-4616-A53E-EF7B5FE6BE9F}" srcId="{39ED2C5A-5A47-4F1B-A5CC-87CAE6D71F81}" destId="{F66DACE4-1434-41BB-963F-729381BE7304}" srcOrd="3" destOrd="0" parTransId="{5351A6E2-561A-4CFB-8BA0-73AA0BCFAE36}" sibTransId="{71146CD0-529D-4070-8CB1-0130C7163D61}"/>
    <dgm:cxn modelId="{CEF2756E-E90F-4EAC-9DB7-74BF39FFFDD5}" type="presOf" srcId="{93E45F01-D19A-4A06-ABC6-8BA5BF4FC431}" destId="{F2F23321-FDE0-45AF-883B-E68AB4AB2D54}" srcOrd="0" destOrd="0" presId="urn:microsoft.com/office/officeart/2005/8/layout/chevron1"/>
    <dgm:cxn modelId="{2BC97972-2678-48BF-BA38-BC3981328876}" type="presOf" srcId="{41C53D5B-6509-4EDB-9093-214A5639BED0}" destId="{820CBE67-F396-43D1-B4F0-2C42B251204F}" srcOrd="0" destOrd="0" presId="urn:microsoft.com/office/officeart/2005/8/layout/chevron1"/>
    <dgm:cxn modelId="{8ED6A978-C399-4B9F-A92A-B582475B632B}" type="presOf" srcId="{72FF7E37-EA61-47F4-80D8-28AF1E137680}" destId="{C1AE2B16-5714-4035-AB0A-776E38957947}" srcOrd="0" destOrd="0" presId="urn:microsoft.com/office/officeart/2005/8/layout/chevron1"/>
    <dgm:cxn modelId="{D4FDDC97-0E6D-4CA2-B6E1-D8E382B2CDD1}" srcId="{39ED2C5A-5A47-4F1B-A5CC-87CAE6D71F81}" destId="{7FDC874E-1DC3-4C51-958B-3300785F40B2}" srcOrd="1" destOrd="0" parTransId="{F18F07FB-B094-486C-A7D3-E79B307DDBF8}" sibTransId="{B8ACE8AF-5955-462A-8F1A-650CBBB2FD33}"/>
    <dgm:cxn modelId="{EE533A98-53D1-4D74-A34B-07D7FFFD9795}" srcId="{39ED2C5A-5A47-4F1B-A5CC-87CAE6D71F81}" destId="{93E45F01-D19A-4A06-ABC6-8BA5BF4FC431}" srcOrd="6" destOrd="0" parTransId="{34695ED3-062E-4026-AA40-AC251F4AFA63}" sibTransId="{8088ED2F-3E68-4540-BFA9-176090230BD1}"/>
    <dgm:cxn modelId="{B4697EB5-4CB8-4ACC-80E5-F50B641FACAA}" type="presOf" srcId="{9B37D889-D84F-4E04-85A0-51599880E6AD}" destId="{98D55C5B-F6A5-4C66-BD87-165D5122560B}" srcOrd="0" destOrd="0" presId="urn:microsoft.com/office/officeart/2005/8/layout/chevron1"/>
    <dgm:cxn modelId="{ACC1E8B8-322D-480A-9612-D9EB25A0EDD7}" srcId="{39ED2C5A-5A47-4F1B-A5CC-87CAE6D71F81}" destId="{9B37D889-D84F-4E04-85A0-51599880E6AD}" srcOrd="0" destOrd="0" parTransId="{C5E768F4-1856-4D88-A8C6-70B2C1BFE859}" sibTransId="{28BA7583-D763-47B8-AA36-729B3292997E}"/>
    <dgm:cxn modelId="{A4D79DEC-4FD2-4091-854F-B68B71B5D2E9}" srcId="{39ED2C5A-5A47-4F1B-A5CC-87CAE6D71F81}" destId="{72FF7E37-EA61-47F4-80D8-28AF1E137680}" srcOrd="5" destOrd="0" parTransId="{C8033584-F7E7-4D14-A27E-46FFE090889C}" sibTransId="{FBB20B00-BD69-42A4-84D7-17C05943FC73}"/>
    <dgm:cxn modelId="{815B3DFD-48C0-4316-811E-9DFD9E4ABEC4}" srcId="{39ED2C5A-5A47-4F1B-A5CC-87CAE6D71F81}" destId="{41C53D5B-6509-4EDB-9093-214A5639BED0}" srcOrd="4" destOrd="0" parTransId="{2D437662-3DC4-4B56-A890-1EB75026FC9B}" sibTransId="{047DBE41-6005-4CB0-9151-B9CEB806EFD0}"/>
    <dgm:cxn modelId="{CEDB66E6-2804-40B9-AEA1-14394BCEBFC0}" type="presParOf" srcId="{1E517BCB-DB6B-4993-83B9-E50BA076B47E}" destId="{98D55C5B-F6A5-4C66-BD87-165D5122560B}" srcOrd="0" destOrd="0" presId="urn:microsoft.com/office/officeart/2005/8/layout/chevron1"/>
    <dgm:cxn modelId="{7CDC35CF-654A-47E3-B2A2-B0237F39B9F1}" type="presParOf" srcId="{1E517BCB-DB6B-4993-83B9-E50BA076B47E}" destId="{473C8711-4C3F-4219-AC30-515976EAC7EE}" srcOrd="1" destOrd="0" presId="urn:microsoft.com/office/officeart/2005/8/layout/chevron1"/>
    <dgm:cxn modelId="{CE0203C1-69BB-4C98-B733-A57F3F481F9D}" type="presParOf" srcId="{1E517BCB-DB6B-4993-83B9-E50BA076B47E}" destId="{631A446B-2A0B-4BE3-975B-EF0712B8D3EF}" srcOrd="2" destOrd="0" presId="urn:microsoft.com/office/officeart/2005/8/layout/chevron1"/>
    <dgm:cxn modelId="{252EE6D8-E9B3-4385-AC5C-960F145363F0}" type="presParOf" srcId="{1E517BCB-DB6B-4993-83B9-E50BA076B47E}" destId="{CACE5323-D527-4A87-B5B5-6628CF3FCA19}" srcOrd="3" destOrd="0" presId="urn:microsoft.com/office/officeart/2005/8/layout/chevron1"/>
    <dgm:cxn modelId="{3AF740D5-291E-4D0F-9E95-969F6D6FCDD3}" type="presParOf" srcId="{1E517BCB-DB6B-4993-83B9-E50BA076B47E}" destId="{321CE813-8CE8-4AEF-9CC0-747D863039EA}" srcOrd="4" destOrd="0" presId="urn:microsoft.com/office/officeart/2005/8/layout/chevron1"/>
    <dgm:cxn modelId="{A0C0EA84-1ED4-43D7-B85A-28B0A5704047}" type="presParOf" srcId="{1E517BCB-DB6B-4993-83B9-E50BA076B47E}" destId="{D9777451-62EC-4F71-83AF-AFB4825A6A4D}" srcOrd="5" destOrd="0" presId="urn:microsoft.com/office/officeart/2005/8/layout/chevron1"/>
    <dgm:cxn modelId="{08DEE61A-F94F-46FF-9A0F-35FDDAD56BB2}" type="presParOf" srcId="{1E517BCB-DB6B-4993-83B9-E50BA076B47E}" destId="{59FAB65D-D860-47BF-8A50-454A2492124E}" srcOrd="6" destOrd="0" presId="urn:microsoft.com/office/officeart/2005/8/layout/chevron1"/>
    <dgm:cxn modelId="{8D653F31-7EDF-4812-AED1-D5C40900C5FC}" type="presParOf" srcId="{1E517BCB-DB6B-4993-83B9-E50BA076B47E}" destId="{CEE6A3F3-8741-40AF-80D6-C9BCCF79B121}" srcOrd="7" destOrd="0" presId="urn:microsoft.com/office/officeart/2005/8/layout/chevron1"/>
    <dgm:cxn modelId="{4FDD6A10-731B-4ECF-B26C-C1B68BB3B55C}" type="presParOf" srcId="{1E517BCB-DB6B-4993-83B9-E50BA076B47E}" destId="{820CBE67-F396-43D1-B4F0-2C42B251204F}" srcOrd="8" destOrd="0" presId="urn:microsoft.com/office/officeart/2005/8/layout/chevron1"/>
    <dgm:cxn modelId="{B737D3B0-48A0-421F-B2E8-43D43BFE582C}" type="presParOf" srcId="{1E517BCB-DB6B-4993-83B9-E50BA076B47E}" destId="{7AC1F743-624D-4060-AB36-AFD81BD3A21C}" srcOrd="9" destOrd="0" presId="urn:microsoft.com/office/officeart/2005/8/layout/chevron1"/>
    <dgm:cxn modelId="{52BB6CD1-BB88-4230-AB60-4B73ACBD0F30}" type="presParOf" srcId="{1E517BCB-DB6B-4993-83B9-E50BA076B47E}" destId="{C1AE2B16-5714-4035-AB0A-776E38957947}" srcOrd="10" destOrd="0" presId="urn:microsoft.com/office/officeart/2005/8/layout/chevron1"/>
    <dgm:cxn modelId="{D26F1E67-3D89-4C23-8BD7-CEFFE03B5F7E}" type="presParOf" srcId="{1E517BCB-DB6B-4993-83B9-E50BA076B47E}" destId="{7514C2D4-CC85-40D3-A596-72CCEBFCF3B3}" srcOrd="11" destOrd="0" presId="urn:microsoft.com/office/officeart/2005/8/layout/chevron1"/>
    <dgm:cxn modelId="{204E4ECA-FC2A-44C6-A32C-7D26FE0804D0}" type="presParOf" srcId="{1E517BCB-DB6B-4993-83B9-E50BA076B47E}" destId="{F2F23321-FDE0-45AF-883B-E68AB4AB2D54}" srcOrd="12" destOrd="0" presId="urn:microsoft.com/office/officeart/2005/8/layout/chevron1"/>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55C5B-F6A5-4C66-BD87-165D5122560B}">
      <dsp:nvSpPr>
        <dsp:cNvPr id="0" name=""/>
        <dsp:cNvSpPr/>
      </dsp:nvSpPr>
      <dsp:spPr>
        <a:xfrm>
          <a:off x="0" y="961762"/>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a:t>Csv Files</a:t>
          </a:r>
        </a:p>
      </dsp:txBody>
      <dsp:txXfrm>
        <a:off x="279295" y="961762"/>
        <a:ext cx="837884" cy="558589"/>
      </dsp:txXfrm>
    </dsp:sp>
    <dsp:sp modelId="{631A446B-2A0B-4BE3-975B-EF0712B8D3EF}">
      <dsp:nvSpPr>
        <dsp:cNvPr id="0" name=""/>
        <dsp:cNvSpPr/>
      </dsp:nvSpPr>
      <dsp:spPr>
        <a:xfrm>
          <a:off x="1253553" y="961762"/>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a:t>AWS S3</a:t>
          </a:r>
        </a:p>
      </dsp:txBody>
      <dsp:txXfrm>
        <a:off x="1532848" y="961762"/>
        <a:ext cx="837884" cy="558589"/>
      </dsp:txXfrm>
    </dsp:sp>
    <dsp:sp modelId="{321CE813-8CE8-4AEF-9CC0-747D863039EA}">
      <dsp:nvSpPr>
        <dsp:cNvPr id="0" name=""/>
        <dsp:cNvSpPr/>
      </dsp:nvSpPr>
      <dsp:spPr>
        <a:xfrm>
          <a:off x="2557207" y="999858"/>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a:t>Redshift</a:t>
          </a:r>
        </a:p>
      </dsp:txBody>
      <dsp:txXfrm>
        <a:off x="2836502" y="999858"/>
        <a:ext cx="837884" cy="558589"/>
      </dsp:txXfrm>
    </dsp:sp>
    <dsp:sp modelId="{59FAB65D-D860-47BF-8A50-454A2492124E}">
      <dsp:nvSpPr>
        <dsp:cNvPr id="0" name=""/>
        <dsp:cNvSpPr/>
      </dsp:nvSpPr>
      <dsp:spPr>
        <a:xfrm>
          <a:off x="3763199" y="966432"/>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a:t>Power BI</a:t>
          </a:r>
        </a:p>
      </dsp:txBody>
      <dsp:txXfrm>
        <a:off x="4042494" y="966432"/>
        <a:ext cx="837884" cy="558589"/>
      </dsp:txXfrm>
    </dsp:sp>
    <dsp:sp modelId="{820CBE67-F396-43D1-B4F0-2C42B251204F}">
      <dsp:nvSpPr>
        <dsp:cNvPr id="0" name=""/>
        <dsp:cNvSpPr/>
      </dsp:nvSpPr>
      <dsp:spPr>
        <a:xfrm>
          <a:off x="4994301" y="949881"/>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err="1"/>
            <a:t>Quicksight</a:t>
          </a:r>
          <a:endParaRPr lang="en-US" sz="1200" kern="1200"/>
        </a:p>
      </dsp:txBody>
      <dsp:txXfrm>
        <a:off x="5273596" y="949881"/>
        <a:ext cx="837884" cy="558589"/>
      </dsp:txXfrm>
    </dsp:sp>
    <dsp:sp modelId="{C1AE2B16-5714-4035-AB0A-776E38957947}">
      <dsp:nvSpPr>
        <dsp:cNvPr id="0" name=""/>
        <dsp:cNvSpPr/>
      </dsp:nvSpPr>
      <dsp:spPr>
        <a:xfrm>
          <a:off x="6307256" y="961762"/>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err="1"/>
            <a:t>Cloudwatch</a:t>
          </a:r>
          <a:r>
            <a:rPr lang="en-US" sz="1200" kern="1200"/>
            <a:t> &amp; Lambda</a:t>
          </a:r>
        </a:p>
      </dsp:txBody>
      <dsp:txXfrm>
        <a:off x="6586551" y="961762"/>
        <a:ext cx="837884" cy="558589"/>
      </dsp:txXfrm>
    </dsp:sp>
    <dsp:sp modelId="{F2F23321-FDE0-45AF-883B-E68AB4AB2D54}">
      <dsp:nvSpPr>
        <dsp:cNvPr id="0" name=""/>
        <dsp:cNvSpPr/>
      </dsp:nvSpPr>
      <dsp:spPr>
        <a:xfrm>
          <a:off x="7540954" y="961762"/>
          <a:ext cx="1396473" cy="558589"/>
        </a:xfrm>
        <a:prstGeom prst="chevron">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err="1"/>
            <a:t>Sagemaker</a:t>
          </a:r>
          <a:endParaRPr lang="en-US" sz="1200" kern="1200"/>
        </a:p>
      </dsp:txBody>
      <dsp:txXfrm>
        <a:off x="7820249" y="961762"/>
        <a:ext cx="837884" cy="558589"/>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8/31/2026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8/31/2026</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3255756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US"/>
              <a:t>Tags: path, journey, roadmap, signs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0BE93B-B4D6-4E29-B321-64772F55183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0536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3</a:t>
            </a:fld>
            <a:endParaRPr lang="en-US"/>
          </a:p>
        </p:txBody>
      </p:sp>
    </p:spTree>
    <p:extLst>
      <p:ext uri="{BB962C8B-B14F-4D97-AF65-F5344CB8AC3E}">
        <p14:creationId xmlns:p14="http://schemas.microsoft.com/office/powerpoint/2010/main" val="1820288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CE4E5-D25F-BE9C-D757-F46AF59CE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EFE93-5050-9124-30E0-B347838E7DA4}"/>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C8DF9FFF-EA67-B4B5-125A-F9CB4BB61C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D6415F-01BC-3C05-5C89-EE4F183A13AA}"/>
              </a:ext>
            </a:extLst>
          </p:cNvPr>
          <p:cNvSpPr>
            <a:spLocks noGrp="1"/>
          </p:cNvSpPr>
          <p:nvPr>
            <p:ph type="sldNum" sz="quarter" idx="10"/>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2411496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a:p>
        </p:txBody>
      </p:sp>
    </p:spTree>
    <p:extLst>
      <p:ext uri="{BB962C8B-B14F-4D97-AF65-F5344CB8AC3E}">
        <p14:creationId xmlns:p14="http://schemas.microsoft.com/office/powerpoint/2010/main" val="3894341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a:p>
        </p:txBody>
      </p:sp>
    </p:spTree>
    <p:extLst>
      <p:ext uri="{BB962C8B-B14F-4D97-AF65-F5344CB8AC3E}">
        <p14:creationId xmlns:p14="http://schemas.microsoft.com/office/powerpoint/2010/main" val="393551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A171-0867-03C1-8CAE-F413F13FE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A0F3B-612E-EF4B-0B79-B4EB05BBE2BC}"/>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A6FF3D88-2F74-946C-5B20-F67BD57552F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188EEBE-896B-599C-7488-401366FA373A}"/>
              </a:ext>
            </a:extLst>
          </p:cNvPr>
          <p:cNvSpPr>
            <a:spLocks noGrp="1"/>
          </p:cNvSpPr>
          <p:nvPr>
            <p:ph type="sldNum" sz="quarter" idx="10"/>
          </p:nvPr>
        </p:nvSpPr>
        <p:spPr/>
        <p:txBody>
          <a:bodyPr/>
          <a:lstStyle/>
          <a:p>
            <a:fld id="{C0F4A2C8-6C88-4E71-83EE-698B9D4FE22F}" type="slidenum">
              <a:rPr lang="en-US" smtClean="0"/>
              <a:pPr/>
              <a:t>7</a:t>
            </a:fld>
            <a:endParaRPr lang="en-US"/>
          </a:p>
        </p:txBody>
      </p:sp>
    </p:spTree>
    <p:extLst>
      <p:ext uri="{BB962C8B-B14F-4D97-AF65-F5344CB8AC3E}">
        <p14:creationId xmlns:p14="http://schemas.microsoft.com/office/powerpoint/2010/main" val="2639762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043C-3CCA-1F28-DA67-8B9CB5776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2A310-67B5-45B9-9A5D-76EE5D996AC5}"/>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EADE1094-5CAF-F85A-1026-3CD4A2DB674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CC0911-7041-6B79-7E32-22C62C927169}"/>
              </a:ext>
            </a:extLst>
          </p:cNvPr>
          <p:cNvSpPr>
            <a:spLocks noGrp="1"/>
          </p:cNvSpPr>
          <p:nvPr>
            <p:ph type="sldNum" sz="quarter" idx="10"/>
          </p:nvPr>
        </p:nvSpPr>
        <p:spPr/>
        <p:txBody>
          <a:bodyPr/>
          <a:lstStyle/>
          <a:p>
            <a:fld id="{C0F4A2C8-6C88-4E71-83EE-698B9D4FE22F}" type="slidenum">
              <a:rPr lang="en-US" smtClean="0"/>
              <a:pPr/>
              <a:t>10</a:t>
            </a:fld>
            <a:endParaRPr lang="en-US"/>
          </a:p>
        </p:txBody>
      </p:sp>
    </p:spTree>
    <p:extLst>
      <p:ext uri="{BB962C8B-B14F-4D97-AF65-F5344CB8AC3E}">
        <p14:creationId xmlns:p14="http://schemas.microsoft.com/office/powerpoint/2010/main" val="2230488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11</a:t>
            </a:fld>
            <a:endParaRPr lang="en-US"/>
          </a:p>
        </p:txBody>
      </p:sp>
    </p:spTree>
    <p:extLst>
      <p:ext uri="{BB962C8B-B14F-4D97-AF65-F5344CB8AC3E}">
        <p14:creationId xmlns:p14="http://schemas.microsoft.com/office/powerpoint/2010/main" val="1629783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12</a:t>
            </a:fld>
            <a:endParaRPr lang="en-US"/>
          </a:p>
        </p:txBody>
      </p:sp>
    </p:spTree>
    <p:extLst>
      <p:ext uri="{BB962C8B-B14F-4D97-AF65-F5344CB8AC3E}">
        <p14:creationId xmlns:p14="http://schemas.microsoft.com/office/powerpoint/2010/main" val="3412899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CD81-2CC5-3290-4EC4-4EF23AF15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EAE85-9BCF-2545-1407-47256B311630}"/>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A909D601-BA27-8C7F-BEC7-20BF6547DF8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4456AE5-629E-D302-1C00-B92F0DBD4A64}"/>
              </a:ext>
            </a:extLst>
          </p:cNvPr>
          <p:cNvSpPr>
            <a:spLocks noGrp="1"/>
          </p:cNvSpPr>
          <p:nvPr>
            <p:ph type="sldNum" sz="quarter" idx="10"/>
          </p:nvPr>
        </p:nvSpPr>
        <p:spPr/>
        <p:txBody>
          <a:bodyPr/>
          <a:lstStyle/>
          <a:p>
            <a:fld id="{C0F4A2C8-6C88-4E71-83EE-698B9D4FE22F}" type="slidenum">
              <a:rPr lang="en-US" smtClean="0"/>
              <a:pPr/>
              <a:t>13</a:t>
            </a:fld>
            <a:endParaRPr lang="en-US"/>
          </a:p>
        </p:txBody>
      </p:sp>
    </p:spTree>
    <p:extLst>
      <p:ext uri="{BB962C8B-B14F-4D97-AF65-F5344CB8AC3E}">
        <p14:creationId xmlns:p14="http://schemas.microsoft.com/office/powerpoint/2010/main" val="2509751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C396B-6BA1-9B80-FDB2-E208583CF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53F3-B3C1-EDAE-7BE8-47CE4F17BC7F}"/>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11A0D52F-B2E8-A298-815D-4439ADEB617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7E2EAD0-D8E7-36D9-F374-7CCB13EDD2D7}"/>
              </a:ext>
            </a:extLst>
          </p:cNvPr>
          <p:cNvSpPr>
            <a:spLocks noGrp="1"/>
          </p:cNvSpPr>
          <p:nvPr>
            <p:ph type="sldNum" sz="quarter" idx="10"/>
          </p:nvPr>
        </p:nvSpPr>
        <p:spPr/>
        <p:txBody>
          <a:bodyPr/>
          <a:lstStyle/>
          <a:p>
            <a:fld id="{C0F4A2C8-6C88-4E71-83EE-698B9D4FE22F}" type="slidenum">
              <a:rPr lang="en-US" smtClean="0"/>
              <a:pPr/>
              <a:t>14</a:t>
            </a:fld>
            <a:endParaRPr lang="en-US"/>
          </a:p>
        </p:txBody>
      </p:sp>
    </p:spTree>
    <p:extLst>
      <p:ext uri="{BB962C8B-B14F-4D97-AF65-F5344CB8AC3E}">
        <p14:creationId xmlns:p14="http://schemas.microsoft.com/office/powerpoint/2010/main" val="1990096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15</a:t>
            </a:fld>
            <a:endParaRPr lang="en-US"/>
          </a:p>
        </p:txBody>
      </p:sp>
    </p:spTree>
    <p:extLst>
      <p:ext uri="{BB962C8B-B14F-4D97-AF65-F5344CB8AC3E}">
        <p14:creationId xmlns:p14="http://schemas.microsoft.com/office/powerpoint/2010/main" val="3719578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32E0C-AC2F-095A-1F22-0E509A3B1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02CD5-40D4-2220-5541-5B89FD0AC8EB}"/>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17787119-43DF-FC8F-DD4F-C23F9DEB180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C75006F-2FAA-5F2C-F604-ABC7AE1795E3}"/>
              </a:ext>
            </a:extLst>
          </p:cNvPr>
          <p:cNvSpPr>
            <a:spLocks noGrp="1"/>
          </p:cNvSpPr>
          <p:nvPr>
            <p:ph type="sldNum" sz="quarter" idx="10"/>
          </p:nvPr>
        </p:nvSpPr>
        <p:spPr/>
        <p:txBody>
          <a:bodyPr/>
          <a:lstStyle/>
          <a:p>
            <a:fld id="{C0F4A2C8-6C88-4E71-83EE-698B9D4FE22F}" type="slidenum">
              <a:rPr lang="en-US" smtClean="0"/>
              <a:pPr/>
              <a:t>16</a:t>
            </a:fld>
            <a:endParaRPr lang="en-US"/>
          </a:p>
        </p:txBody>
      </p:sp>
    </p:spTree>
    <p:extLst>
      <p:ext uri="{BB962C8B-B14F-4D97-AF65-F5344CB8AC3E}">
        <p14:creationId xmlns:p14="http://schemas.microsoft.com/office/powerpoint/2010/main" val="3720969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B2C98-2353-C0AF-E496-1DF98AE10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F67AC-886D-396B-E756-D985B4451489}"/>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B745E94A-91A1-925F-8DC1-5F1DBFBE290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412691B-3A9E-B583-3919-96B32D95DDC1}"/>
              </a:ext>
            </a:extLst>
          </p:cNvPr>
          <p:cNvSpPr>
            <a:spLocks noGrp="1"/>
          </p:cNvSpPr>
          <p:nvPr>
            <p:ph type="sldNum" sz="quarter" idx="10"/>
          </p:nvPr>
        </p:nvSpPr>
        <p:spPr/>
        <p:txBody>
          <a:bodyPr/>
          <a:lstStyle/>
          <a:p>
            <a:fld id="{C0F4A2C8-6C88-4E71-83EE-698B9D4FE22F}" type="slidenum">
              <a:rPr lang="en-US" smtClean="0"/>
              <a:pPr/>
              <a:t>17</a:t>
            </a:fld>
            <a:endParaRPr lang="en-US"/>
          </a:p>
        </p:txBody>
      </p:sp>
    </p:spTree>
    <p:extLst>
      <p:ext uri="{BB962C8B-B14F-4D97-AF65-F5344CB8AC3E}">
        <p14:creationId xmlns:p14="http://schemas.microsoft.com/office/powerpoint/2010/main" val="704572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B721-0C24-5E4A-3E13-52BA5EC5A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41F22-07C5-39E1-1A98-E7342D1E37BF}"/>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ADD056DB-1B0A-5EC9-3709-0878B39A1F5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EA367A4-3230-D29E-EE07-0D1C252D6B7E}"/>
              </a:ext>
            </a:extLst>
          </p:cNvPr>
          <p:cNvSpPr>
            <a:spLocks noGrp="1"/>
          </p:cNvSpPr>
          <p:nvPr>
            <p:ph type="sldNum" sz="quarter" idx="10"/>
          </p:nvPr>
        </p:nvSpPr>
        <p:spPr/>
        <p:txBody>
          <a:bodyPr/>
          <a:lstStyle/>
          <a:p>
            <a:fld id="{C0F4A2C8-6C88-4E71-83EE-698B9D4FE22F}" type="slidenum">
              <a:rPr lang="en-US" smtClean="0"/>
              <a:pPr/>
              <a:t>18</a:t>
            </a:fld>
            <a:endParaRPr lang="en-US"/>
          </a:p>
        </p:txBody>
      </p:sp>
    </p:spTree>
    <p:extLst>
      <p:ext uri="{BB962C8B-B14F-4D97-AF65-F5344CB8AC3E}">
        <p14:creationId xmlns:p14="http://schemas.microsoft.com/office/powerpoint/2010/main" val="4278120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57CE-01D8-27EA-67D8-7475CFECA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ED4F8-4993-680B-3585-6090C31B42E4}"/>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9B0817B4-54D7-CCE4-5EAB-7782B3213C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8599ADC-D9D6-C710-B2A1-887A3FEDBA1F}"/>
              </a:ext>
            </a:extLst>
          </p:cNvPr>
          <p:cNvSpPr>
            <a:spLocks noGrp="1"/>
          </p:cNvSpPr>
          <p:nvPr>
            <p:ph type="sldNum" sz="quarter" idx="10"/>
          </p:nvPr>
        </p:nvSpPr>
        <p:spPr/>
        <p:txBody>
          <a:bodyPr/>
          <a:lstStyle/>
          <a:p>
            <a:fld id="{C0F4A2C8-6C88-4E71-83EE-698B9D4FE22F}" type="slidenum">
              <a:rPr lang="en-US" smtClean="0"/>
              <a:pPr/>
              <a:t>19</a:t>
            </a:fld>
            <a:endParaRPr lang="en-US"/>
          </a:p>
        </p:txBody>
      </p:sp>
    </p:spTree>
    <p:extLst>
      <p:ext uri="{BB962C8B-B14F-4D97-AF65-F5344CB8AC3E}">
        <p14:creationId xmlns:p14="http://schemas.microsoft.com/office/powerpoint/2010/main" val="2993652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B7529-F386-5B09-42C2-8EC703D7F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8B50E-77D0-8522-5550-C51E75DC03CF}"/>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06634472-06C1-00D6-F832-0983CA93E74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2B66A93-2DAB-1973-BF2E-5D952BEFF4F5}"/>
              </a:ext>
            </a:extLst>
          </p:cNvPr>
          <p:cNvSpPr>
            <a:spLocks noGrp="1"/>
          </p:cNvSpPr>
          <p:nvPr>
            <p:ph type="sldNum" sz="quarter" idx="10"/>
          </p:nvPr>
        </p:nvSpPr>
        <p:spPr/>
        <p:txBody>
          <a:bodyPr/>
          <a:lstStyle/>
          <a:p>
            <a:fld id="{C0F4A2C8-6C88-4E71-83EE-698B9D4FE22F}" type="slidenum">
              <a:rPr lang="en-US" smtClean="0"/>
              <a:pPr/>
              <a:t>20</a:t>
            </a:fld>
            <a:endParaRPr lang="en-US"/>
          </a:p>
        </p:txBody>
      </p:sp>
    </p:spTree>
    <p:extLst>
      <p:ext uri="{BB962C8B-B14F-4D97-AF65-F5344CB8AC3E}">
        <p14:creationId xmlns:p14="http://schemas.microsoft.com/office/powerpoint/2010/main" val="3795455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944D9-FC2B-B88E-EF5A-584DC9521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311C9-8BEF-D65E-1147-9E61124A32CB}"/>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43348CC5-0269-7EAB-9F86-F98A77C8699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6D2B9D8-9EC3-6EBA-F439-225D553E8A7F}"/>
              </a:ext>
            </a:extLst>
          </p:cNvPr>
          <p:cNvSpPr>
            <a:spLocks noGrp="1"/>
          </p:cNvSpPr>
          <p:nvPr>
            <p:ph type="sldNum" sz="quarter" idx="10"/>
          </p:nvPr>
        </p:nvSpPr>
        <p:spPr/>
        <p:txBody>
          <a:bodyPr/>
          <a:lstStyle/>
          <a:p>
            <a:fld id="{C0F4A2C8-6C88-4E71-83EE-698B9D4FE22F}" type="slidenum">
              <a:rPr lang="en-US" smtClean="0"/>
              <a:pPr/>
              <a:t>21</a:t>
            </a:fld>
            <a:endParaRPr lang="en-US"/>
          </a:p>
        </p:txBody>
      </p:sp>
    </p:spTree>
    <p:extLst>
      <p:ext uri="{BB962C8B-B14F-4D97-AF65-F5344CB8AC3E}">
        <p14:creationId xmlns:p14="http://schemas.microsoft.com/office/powerpoint/2010/main" val="593120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CAA23-B0BD-6CD9-2B7D-E4F1C77ED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7D096-AF6D-808A-1E53-625A2A339163}"/>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0FD58F01-F8A3-5653-897B-D737445A43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7B17636-F54F-BFCF-F703-2B79426A1BF7}"/>
              </a:ext>
            </a:extLst>
          </p:cNvPr>
          <p:cNvSpPr>
            <a:spLocks noGrp="1"/>
          </p:cNvSpPr>
          <p:nvPr>
            <p:ph type="sldNum" sz="quarter" idx="10"/>
          </p:nvPr>
        </p:nvSpPr>
        <p:spPr/>
        <p:txBody>
          <a:bodyPr/>
          <a:lstStyle/>
          <a:p>
            <a:fld id="{C0F4A2C8-6C88-4E71-83EE-698B9D4FE22F}" type="slidenum">
              <a:rPr lang="en-US" smtClean="0"/>
              <a:pPr/>
              <a:t>22</a:t>
            </a:fld>
            <a:endParaRPr lang="en-US"/>
          </a:p>
        </p:txBody>
      </p:sp>
    </p:spTree>
    <p:extLst>
      <p:ext uri="{BB962C8B-B14F-4D97-AF65-F5344CB8AC3E}">
        <p14:creationId xmlns:p14="http://schemas.microsoft.com/office/powerpoint/2010/main" val="3165329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24</a:t>
            </a:fld>
            <a:endParaRPr lang="en-US"/>
          </a:p>
        </p:txBody>
      </p:sp>
    </p:spTree>
    <p:extLst>
      <p:ext uri="{BB962C8B-B14F-4D97-AF65-F5344CB8AC3E}">
        <p14:creationId xmlns:p14="http://schemas.microsoft.com/office/powerpoint/2010/main" val="24323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8BECD-F70C-870C-1432-A87D2EBE7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4D55B-1344-95EA-06EA-7C29D6804E0E}"/>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40C264B7-6F8D-30ED-CA96-AD99A7474A2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450C6B-4CEA-7BC0-1072-3E6E1915DF5C}"/>
              </a:ext>
            </a:extLst>
          </p:cNvPr>
          <p:cNvSpPr>
            <a:spLocks noGrp="1"/>
          </p:cNvSpPr>
          <p:nvPr>
            <p:ph type="sldNum" sz="quarter" idx="10"/>
          </p:nvPr>
        </p:nvSpPr>
        <p:spPr/>
        <p:txBody>
          <a:bodyPr/>
          <a:lstStyle/>
          <a:p>
            <a:fld id="{C0F4A2C8-6C88-4E71-83EE-698B9D4FE22F}" type="slidenum">
              <a:rPr lang="en-US" smtClean="0"/>
              <a:pPr/>
              <a:t>25</a:t>
            </a:fld>
            <a:endParaRPr lang="en-US"/>
          </a:p>
        </p:txBody>
      </p:sp>
    </p:spTree>
    <p:extLst>
      <p:ext uri="{BB962C8B-B14F-4D97-AF65-F5344CB8AC3E}">
        <p14:creationId xmlns:p14="http://schemas.microsoft.com/office/powerpoint/2010/main" val="3388673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26</a:t>
            </a:fld>
            <a:endParaRPr lang="en-GB"/>
          </a:p>
        </p:txBody>
      </p:sp>
    </p:spTree>
    <p:extLst>
      <p:ext uri="{BB962C8B-B14F-4D97-AF65-F5344CB8AC3E}">
        <p14:creationId xmlns:p14="http://schemas.microsoft.com/office/powerpoint/2010/main" val="3029414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D0250D39-3CD2-434D-B748-17EED0F3A2F1}"/>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29F2EAE-0B0B-4311-B8C7-B92308FDB408}"/>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D66D6FD-671C-4971-84E7-3F95D681AA91}"/>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A0D0BAEB-42C5-4909-8FAE-D062C5097925}"/>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A442559A-2DAB-4A59-908E-A9F300335494}"/>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3319EAFB-82E3-4AA5-8E76-BCBFD48519E1}"/>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1B86A800-7B43-42DC-8F55-2BE218DAA856}"/>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74D7DE78-318C-43DC-8425-6815074FDFF2}"/>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8B9FF502-04DE-4886-8EC5-F59E2DDA7638}"/>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AFD2C9A9-58B2-40D7-900D-9935E569C95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FBFCAACE-51E1-460B-B814-DB6E1935A9AA}"/>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27" name="Group 26">
            <a:extLst>
              <a:ext uri="{FF2B5EF4-FFF2-40B4-BE49-F238E27FC236}">
                <a16:creationId xmlns:a16="http://schemas.microsoft.com/office/drawing/2014/main" id="{C35D988E-AB9B-4338-8B0B-A9D2FBBD359E}"/>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28" name="Oval 5">
              <a:extLst>
                <a:ext uri="{FF2B5EF4-FFF2-40B4-BE49-F238E27FC236}">
                  <a16:creationId xmlns:a16="http://schemas.microsoft.com/office/drawing/2014/main" id="{900D145D-F249-4360-A851-84590354DE01}"/>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6">
              <a:extLst>
                <a:ext uri="{FF2B5EF4-FFF2-40B4-BE49-F238E27FC236}">
                  <a16:creationId xmlns:a16="http://schemas.microsoft.com/office/drawing/2014/main" id="{DA91093B-1D7D-4E9C-80DD-053FD0C92826}"/>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7">
              <a:extLst>
                <a:ext uri="{FF2B5EF4-FFF2-40B4-BE49-F238E27FC236}">
                  <a16:creationId xmlns:a16="http://schemas.microsoft.com/office/drawing/2014/main" id="{D75F7421-C68D-4202-A0E2-B866717DDEF0}"/>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8">
              <a:extLst>
                <a:ext uri="{FF2B5EF4-FFF2-40B4-BE49-F238E27FC236}">
                  <a16:creationId xmlns:a16="http://schemas.microsoft.com/office/drawing/2014/main" id="{6DE98E27-9E3D-4174-9895-EE41667C63A4}"/>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Rectangle 9">
              <a:extLst>
                <a:ext uri="{FF2B5EF4-FFF2-40B4-BE49-F238E27FC236}">
                  <a16:creationId xmlns:a16="http://schemas.microsoft.com/office/drawing/2014/main" id="{A400316F-9B75-46A7-B1DF-72DD3623FD16}"/>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Rectangle 10">
              <a:extLst>
                <a:ext uri="{FF2B5EF4-FFF2-40B4-BE49-F238E27FC236}">
                  <a16:creationId xmlns:a16="http://schemas.microsoft.com/office/drawing/2014/main" id="{80392710-6741-4A2A-B74E-E7E47B6F6C9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1">
              <a:extLst>
                <a:ext uri="{FF2B5EF4-FFF2-40B4-BE49-F238E27FC236}">
                  <a16:creationId xmlns:a16="http://schemas.microsoft.com/office/drawing/2014/main" id="{7E5628F7-91B4-40CC-93AA-15FE7FE83E90}"/>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9" name="Freeform 12">
              <a:extLst>
                <a:ext uri="{FF2B5EF4-FFF2-40B4-BE49-F238E27FC236}">
                  <a16:creationId xmlns:a16="http://schemas.microsoft.com/office/drawing/2014/main" id="{705DD4AC-A5BB-439E-AD61-E7E5A2A004D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50" name="Freeform 13">
              <a:extLst>
                <a:ext uri="{FF2B5EF4-FFF2-40B4-BE49-F238E27FC236}">
                  <a16:creationId xmlns:a16="http://schemas.microsoft.com/office/drawing/2014/main" id="{B332C818-B977-4B0B-BF7A-3565E9B5BE51}"/>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51" name="Freeform 14">
              <a:extLst>
                <a:ext uri="{FF2B5EF4-FFF2-40B4-BE49-F238E27FC236}">
                  <a16:creationId xmlns:a16="http://schemas.microsoft.com/office/drawing/2014/main" id="{01AFB913-ABEF-4721-A184-6CE57CC2AA4C}"/>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91561670"/>
      </p:ext>
    </p:extLst>
  </p:cSld>
  <p:clrMapOvr>
    <a:masterClrMapping/>
  </p:clrMapOvr>
  <p:transition>
    <p:fade/>
  </p:transition>
  <p:hf hdr="0" dt="0"/>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30" name="Group 29">
            <a:extLst>
              <a:ext uri="{FF2B5EF4-FFF2-40B4-BE49-F238E27FC236}">
                <a16:creationId xmlns:a16="http://schemas.microsoft.com/office/drawing/2014/main" id="{55EEA3F2-C909-4275-956A-5518D341D424}"/>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619F8D2D-E0FF-4267-BB4C-23E0F19AA0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0BDA8F6-D1EC-4590-8515-7F2E0D9EE11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8E570DBD-3EC7-4EE8-886A-A6498BEC37F4}"/>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B1656288-29CD-4B95-A46B-7B8DA786095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C3894AF9-2B03-4231-9AEA-EC49F5E194E0}"/>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F1C43784-6F73-4D9F-8497-B40FDBB854E4}"/>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E031C0BD-B701-4255-B53D-1A0FB806633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1F07466D-8C2C-4286-9984-9193301353E7}"/>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F2700776-9B5A-4A2C-BA8E-E8C5B03A090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14">
              <a:extLst>
                <a:ext uri="{FF2B5EF4-FFF2-40B4-BE49-F238E27FC236}">
                  <a16:creationId xmlns:a16="http://schemas.microsoft.com/office/drawing/2014/main" id="{1D768AB6-AEBA-4689-BCE3-70447F634D0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00527487"/>
      </p:ext>
    </p:extLst>
  </p:cSld>
  <p:clrMapOvr>
    <a:masterClrMapping/>
  </p:clrMapOvr>
  <p:transition>
    <p:fade/>
  </p:transition>
  <p:hf hdr="0" dt="0"/>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76696951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ED313D6-5A4E-4826-A4D4-3C0F692F9570}"/>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3" name="CaseCode">
            <a:extLst>
              <a:ext uri="{FF2B5EF4-FFF2-40B4-BE49-F238E27FC236}">
                <a16:creationId xmlns:a16="http://schemas.microsoft.com/office/drawing/2014/main" id="{DAF3337D-4793-4191-8FE2-2BD1EAA16ADA}"/>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TextBox 14">
            <a:extLst>
              <a:ext uri="{FF2B5EF4-FFF2-40B4-BE49-F238E27FC236}">
                <a16:creationId xmlns:a16="http://schemas.microsoft.com/office/drawing/2014/main" id="{21068994-6C10-4E3B-B991-802F0F138B9D}"/>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opyright">
            <a:extLst>
              <a:ext uri="{FF2B5EF4-FFF2-40B4-BE49-F238E27FC236}">
                <a16:creationId xmlns:a16="http://schemas.microsoft.com/office/drawing/2014/main" id="{A116130C-0494-47D3-8229-07CF2B58E807}"/>
              </a:ext>
            </a:extLst>
          </p:cNvPr>
          <p:cNvSpPr txBox="1"/>
          <p:nvPr userDrawn="1"/>
        </p:nvSpPr>
        <p:spPr>
          <a:xfrm>
            <a:off x="469901"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Tree>
    <p:extLst>
      <p:ext uri="{BB962C8B-B14F-4D97-AF65-F5344CB8AC3E}">
        <p14:creationId xmlns:p14="http://schemas.microsoft.com/office/powerpoint/2010/main" val="267876379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D0F962B-678A-498B-A789-1AABA8167BB7}"/>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3" name="CaseCode">
            <a:extLst>
              <a:ext uri="{FF2B5EF4-FFF2-40B4-BE49-F238E27FC236}">
                <a16:creationId xmlns:a16="http://schemas.microsoft.com/office/drawing/2014/main" id="{BC2FEE15-7322-4EA9-9B51-C9E17E1D753F}"/>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Copyright">
            <a:extLst>
              <a:ext uri="{FF2B5EF4-FFF2-40B4-BE49-F238E27FC236}">
                <a16:creationId xmlns:a16="http://schemas.microsoft.com/office/drawing/2014/main" id="{7D3FCA04-794C-427D-BD3F-08F1381AE2A2}"/>
              </a:ext>
            </a:extLst>
          </p:cNvPr>
          <p:cNvSpPr txBox="1"/>
          <p:nvPr userDrawn="1"/>
        </p:nvSpPr>
        <p:spPr>
          <a:xfrm>
            <a:off x="469901"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15" name="TextBox 14">
            <a:extLst>
              <a:ext uri="{FF2B5EF4-FFF2-40B4-BE49-F238E27FC236}">
                <a16:creationId xmlns:a16="http://schemas.microsoft.com/office/drawing/2014/main" id="{59E1AC4F-974A-4D72-B553-35584B4CE8B9}"/>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2339069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1284585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32455228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n-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2" name="Title 1">
            <a:extLst>
              <a:ext uri="{FF2B5EF4-FFF2-40B4-BE49-F238E27FC236}">
                <a16:creationId xmlns:a16="http://schemas.microsoft.com/office/drawing/2014/main" id="{491AA219-3285-40E3-9146-7A9E17B0F4D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4006982"/>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n-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9E56660C-D97A-4199-9DB7-D8D50E3721D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3224506"/>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1000"/>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20" name="Group 19">
            <a:extLst>
              <a:ext uri="{FF2B5EF4-FFF2-40B4-BE49-F238E27FC236}">
                <a16:creationId xmlns:a16="http://schemas.microsoft.com/office/drawing/2014/main" id="{1329D6D4-38CD-4379-9FC6-B6687A49C859}"/>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AE6ED15D-2C57-4909-970A-202D915A4F3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5BD4E32B-226F-46EB-B601-3856A02B70FB}"/>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0F1AAD0C-B296-45B7-9E5A-20BD2877012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FD121C73-5C5C-4360-8EB5-E75E90671D93}"/>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7820EBA0-29B2-457F-8C42-C6999B8C215E}"/>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6AA7EA11-CDBF-464E-9243-90C6230956F8}"/>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B624E1B1-6657-49A0-B80A-E1FD4DF1BAC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E86B2E42-0E10-4A70-B9EF-DB7E343E48ED}"/>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280D859B-0685-4D23-B179-9E42323AB7D0}"/>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B7BF240D-03CC-44FA-B191-E59014FCD7D1}"/>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38" name="Group 37">
            <a:extLst>
              <a:ext uri="{FF2B5EF4-FFF2-40B4-BE49-F238E27FC236}">
                <a16:creationId xmlns:a16="http://schemas.microsoft.com/office/drawing/2014/main" id="{1A2DCA97-92B7-4E52-BE6A-904A9D22F29A}"/>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39" name="Oval 5">
              <a:extLst>
                <a:ext uri="{FF2B5EF4-FFF2-40B4-BE49-F238E27FC236}">
                  <a16:creationId xmlns:a16="http://schemas.microsoft.com/office/drawing/2014/main" id="{02A83B32-097D-4E01-B3A8-77C48385959D}"/>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a:extLst>
                <a:ext uri="{FF2B5EF4-FFF2-40B4-BE49-F238E27FC236}">
                  <a16:creationId xmlns:a16="http://schemas.microsoft.com/office/drawing/2014/main" id="{30E27498-E91D-41E0-A196-9E2FB8692F41}"/>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a:extLst>
                <a:ext uri="{FF2B5EF4-FFF2-40B4-BE49-F238E27FC236}">
                  <a16:creationId xmlns:a16="http://schemas.microsoft.com/office/drawing/2014/main" id="{524DBE99-D543-47AC-A2B6-25395BDB7D69}"/>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a:extLst>
                <a:ext uri="{FF2B5EF4-FFF2-40B4-BE49-F238E27FC236}">
                  <a16:creationId xmlns:a16="http://schemas.microsoft.com/office/drawing/2014/main" id="{209C606A-12E7-40E3-A6B8-DEE79173C9BA}"/>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a:extLst>
                <a:ext uri="{FF2B5EF4-FFF2-40B4-BE49-F238E27FC236}">
                  <a16:creationId xmlns:a16="http://schemas.microsoft.com/office/drawing/2014/main" id="{73ED221B-16E3-4EBE-8EBC-9F66E803CB33}"/>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a:extLst>
                <a:ext uri="{FF2B5EF4-FFF2-40B4-BE49-F238E27FC236}">
                  <a16:creationId xmlns:a16="http://schemas.microsoft.com/office/drawing/2014/main" id="{0D697A95-88D2-47F0-B4DF-915E2EDEDB5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a:extLst>
                <a:ext uri="{FF2B5EF4-FFF2-40B4-BE49-F238E27FC236}">
                  <a16:creationId xmlns:a16="http://schemas.microsoft.com/office/drawing/2014/main" id="{960B0F46-3D82-4FFC-B9BB-9D5BF8DA27B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a:extLst>
                <a:ext uri="{FF2B5EF4-FFF2-40B4-BE49-F238E27FC236}">
                  <a16:creationId xmlns:a16="http://schemas.microsoft.com/office/drawing/2014/main" id="{DBC1DB9C-3617-4E82-B521-DF02390A435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a:extLst>
                <a:ext uri="{FF2B5EF4-FFF2-40B4-BE49-F238E27FC236}">
                  <a16:creationId xmlns:a16="http://schemas.microsoft.com/office/drawing/2014/main" id="{265776A6-2E98-464E-8730-90C3148BA8A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a:extLst>
                <a:ext uri="{FF2B5EF4-FFF2-40B4-BE49-F238E27FC236}">
                  <a16:creationId xmlns:a16="http://schemas.microsoft.com/office/drawing/2014/main" id="{44252080-8419-4833-996E-5F1D7B09FF4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914358203"/>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n-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65632EF4-0628-41B2-82A6-C4B3B13042F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6665030"/>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2" name="Title 1">
            <a:extLst>
              <a:ext uri="{FF2B5EF4-FFF2-40B4-BE49-F238E27FC236}">
                <a16:creationId xmlns:a16="http://schemas.microsoft.com/office/drawing/2014/main" id="{5FCB6144-2726-4520-8393-B7B337E0F7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593146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95341607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05260727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1489188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08113661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1895692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5584108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Rectangle 23">
            <a:extLst>
              <a:ext uri="{FF2B5EF4-FFF2-40B4-BE49-F238E27FC236}">
                <a16:creationId xmlns:a16="http://schemas.microsoft.com/office/drawing/2014/main" id="{650DA35B-33FF-43EA-B25A-C41FAE3895FE}"/>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5" name="Rectangle 24">
            <a:extLst>
              <a:ext uri="{FF2B5EF4-FFF2-40B4-BE49-F238E27FC236}">
                <a16:creationId xmlns:a16="http://schemas.microsoft.com/office/drawing/2014/main" id="{FFDB6557-D6FD-466B-8D3E-3CA708F12E73}"/>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6" name="Rectangle 25">
            <a:extLst>
              <a:ext uri="{FF2B5EF4-FFF2-40B4-BE49-F238E27FC236}">
                <a16:creationId xmlns:a16="http://schemas.microsoft.com/office/drawing/2014/main" id="{BFB24D0F-7771-4CE5-8960-0A3E81C0F642}"/>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7" name="Rectangle 26">
            <a:extLst>
              <a:ext uri="{FF2B5EF4-FFF2-40B4-BE49-F238E27FC236}">
                <a16:creationId xmlns:a16="http://schemas.microsoft.com/office/drawing/2014/main" id="{477787FC-D28B-408A-8718-323CBB5A4885}"/>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8" name="Rectangle 27">
            <a:extLst>
              <a:ext uri="{FF2B5EF4-FFF2-40B4-BE49-F238E27FC236}">
                <a16:creationId xmlns:a16="http://schemas.microsoft.com/office/drawing/2014/main" id="{5843AFDC-68A4-4D09-8F2E-8F5868A21405}"/>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9" name="Rectangle 28">
            <a:extLst>
              <a:ext uri="{FF2B5EF4-FFF2-40B4-BE49-F238E27FC236}">
                <a16:creationId xmlns:a16="http://schemas.microsoft.com/office/drawing/2014/main" id="{71E9E8D4-00A2-44E2-A14B-6AEA5102B278}"/>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30" name="Rectangle 29">
            <a:extLst>
              <a:ext uri="{FF2B5EF4-FFF2-40B4-BE49-F238E27FC236}">
                <a16:creationId xmlns:a16="http://schemas.microsoft.com/office/drawing/2014/main" id="{EEFD725F-23DE-4826-A867-5F9CE983F8F2}"/>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31" name="Rectangle 30">
            <a:extLst>
              <a:ext uri="{FF2B5EF4-FFF2-40B4-BE49-F238E27FC236}">
                <a16:creationId xmlns:a16="http://schemas.microsoft.com/office/drawing/2014/main" id="{DAC698B6-FF29-48D7-A20E-957F651B531E}"/>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Tree>
    <p:extLst>
      <p:ext uri="{BB962C8B-B14F-4D97-AF65-F5344CB8AC3E}">
        <p14:creationId xmlns:p14="http://schemas.microsoft.com/office/powerpoint/2010/main" val="390241289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Rectangle 13">
            <a:extLst>
              <a:ext uri="{FF2B5EF4-FFF2-40B4-BE49-F238E27FC236}">
                <a16:creationId xmlns:a16="http://schemas.microsoft.com/office/drawing/2014/main" id="{031FFC15-3C97-48B0-861A-657AC081F266}"/>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5" name="Rectangle 14">
            <a:extLst>
              <a:ext uri="{FF2B5EF4-FFF2-40B4-BE49-F238E27FC236}">
                <a16:creationId xmlns:a16="http://schemas.microsoft.com/office/drawing/2014/main" id="{A5725472-BC96-48FD-96B0-C09B68923B28}"/>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6" name="Rectangle 15">
            <a:extLst>
              <a:ext uri="{FF2B5EF4-FFF2-40B4-BE49-F238E27FC236}">
                <a16:creationId xmlns:a16="http://schemas.microsoft.com/office/drawing/2014/main" id="{875FA341-4A36-4ACA-8A69-078973CB3576}"/>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7" name="Rectangle 16">
            <a:extLst>
              <a:ext uri="{FF2B5EF4-FFF2-40B4-BE49-F238E27FC236}">
                <a16:creationId xmlns:a16="http://schemas.microsoft.com/office/drawing/2014/main" id="{1A340598-BE63-4AF2-A3A7-B484B6E166D5}"/>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Tree>
    <p:extLst>
      <p:ext uri="{BB962C8B-B14F-4D97-AF65-F5344CB8AC3E}">
        <p14:creationId xmlns:p14="http://schemas.microsoft.com/office/powerpoint/2010/main" val="20433618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28765407"/>
      </p:ext>
    </p:extLst>
  </p:cSld>
  <p:clrMapOvr>
    <a:masterClrMapping/>
  </p:clrMapOvr>
  <p:transition>
    <p:fade/>
  </p:transition>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52871707"/>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66365517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140241979"/>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33267024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5195586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68983420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59756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895564975"/>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845624633"/>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2920" y="1665290"/>
            <a:ext cx="11187430" cy="471646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537CC665-FE98-46D6-975E-AFF0AE8ED2C8}"/>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8" name="Title Placeholder 1">
            <a:extLst>
              <a:ext uri="{FF2B5EF4-FFF2-40B4-BE49-F238E27FC236}">
                <a16:creationId xmlns:a16="http://schemas.microsoft.com/office/drawing/2014/main" id="{3BBABC4F-611D-45AA-96CD-C45E11F22888}"/>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81726976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Divider - Deloitte green accent 1">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F5DA332A-5FDA-44BD-83A8-C1B461175217}"/>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AEF67F89-55D5-4B02-B284-7F2FE86B67EB}"/>
              </a:ext>
            </a:extLst>
          </p:cNvPr>
          <p:cNvSpPr txBox="1"/>
          <p:nvPr/>
        </p:nvSpPr>
        <p:spPr>
          <a:xfrm>
            <a:off x="469900"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9" name="TextBox 8">
            <a:extLst>
              <a:ext uri="{FF2B5EF4-FFF2-40B4-BE49-F238E27FC236}">
                <a16:creationId xmlns:a16="http://schemas.microsoft.com/office/drawing/2014/main" id="{24481A36-3B74-4C1E-8A6A-DD33D090818C}"/>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BDED0E6B-D860-435E-BF3B-5519E8488950}"/>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469076E2-1D71-4014-8BFB-95F5CA8C6258}"/>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322408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Key statement Green Accent 4">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6" name="CaseCode">
            <a:extLst>
              <a:ext uri="{FF2B5EF4-FFF2-40B4-BE49-F238E27FC236}">
                <a16:creationId xmlns:a16="http://schemas.microsoft.com/office/drawing/2014/main" id="{D2797B33-F6AE-464E-B1F9-AAF8C558042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08CA3D77-96FD-468A-A22B-1C767AC6D413}"/>
              </a:ext>
            </a:extLst>
          </p:cNvPr>
          <p:cNvSpPr txBox="1"/>
          <p:nvPr/>
        </p:nvSpPr>
        <p:spPr>
          <a:xfrm>
            <a:off x="469900"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5BBE2FB0-E266-461D-A917-BFDA5AA78690}"/>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9" name="CaseCode">
            <a:extLst>
              <a:ext uri="{FF2B5EF4-FFF2-40B4-BE49-F238E27FC236}">
                <a16:creationId xmlns:a16="http://schemas.microsoft.com/office/drawing/2014/main" id="{0D6A0B05-077E-4971-B1B2-F5C78CA97585}"/>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2070ACEB-100E-4F5E-8907-E10127768B78}"/>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928436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6" name="CaseCode">
            <a:extLst>
              <a:ext uri="{FF2B5EF4-FFF2-40B4-BE49-F238E27FC236}">
                <a16:creationId xmlns:a16="http://schemas.microsoft.com/office/drawing/2014/main" id="{662556F3-FB07-45E1-9730-3CF5E862F61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D45EF10F-B1C8-4ED2-A091-1C2F837B31E4}"/>
              </a:ext>
            </a:extLst>
          </p:cNvPr>
          <p:cNvSpPr txBox="1"/>
          <p:nvPr/>
        </p:nvSpPr>
        <p:spPr>
          <a:xfrm>
            <a:off x="469900"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48E7A1D6-FD3E-4165-B102-6C7996E8698D}"/>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9" name="CaseCode">
            <a:extLst>
              <a:ext uri="{FF2B5EF4-FFF2-40B4-BE49-F238E27FC236}">
                <a16:creationId xmlns:a16="http://schemas.microsoft.com/office/drawing/2014/main" id="{5E7E810B-0354-4387-B9EB-185FAE5A00A4}"/>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AB1D4699-A6B1-447B-8A69-804984472006}"/>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333036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6" name="CaseCode">
            <a:extLst>
              <a:ext uri="{FF2B5EF4-FFF2-40B4-BE49-F238E27FC236}">
                <a16:creationId xmlns:a16="http://schemas.microsoft.com/office/drawing/2014/main" id="{FA9F65BC-7533-43CA-92A0-A245602E6E6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062DEA33-D70F-464E-8310-21426B95E5BC}"/>
              </a:ext>
            </a:extLst>
          </p:cNvPr>
          <p:cNvSpPr txBox="1"/>
          <p:nvPr/>
        </p:nvSpPr>
        <p:spPr>
          <a:xfrm>
            <a:off x="469900"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8188BC9E-0C2C-4EB3-82B0-F3C9CEC9B2FE}"/>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9" name="CaseCode">
            <a:extLst>
              <a:ext uri="{FF2B5EF4-FFF2-40B4-BE49-F238E27FC236}">
                <a16:creationId xmlns:a16="http://schemas.microsoft.com/office/drawing/2014/main" id="{1D5D98AB-52FC-43D3-8119-E97BF2D6F468}"/>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B3E01FCD-2EE0-419C-89FE-14C2438A7FD1}"/>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023984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3 column green line">
    <p:spTree>
      <p:nvGrpSpPr>
        <p:cNvPr id="1" name=""/>
        <p:cNvGrpSpPr/>
        <p:nvPr/>
      </p:nvGrpSpPr>
      <p:grpSpPr>
        <a:xfrm>
          <a:off x="0" y="0"/>
          <a:ext cx="0" cy="0"/>
          <a:chOff x="0" y="0"/>
          <a:chExt cx="0" cy="0"/>
        </a:xfrm>
      </p:grpSpPr>
      <p:sp>
        <p:nvSpPr>
          <p:cNvPr id="7" name="Text Placeholder 8"/>
          <p:cNvSpPr>
            <a:spLocks noGrp="1"/>
          </p:cNvSpPr>
          <p:nvPr>
            <p:ph type="body" sz="quarter" idx="17"/>
          </p:nvPr>
        </p:nvSpPr>
        <p:spPr>
          <a:xfrm>
            <a:off x="4325712" y="1851441"/>
            <a:ext cx="3540577" cy="3845754"/>
          </a:xfrm>
        </p:spPr>
        <p:txBody>
          <a:bodyPr>
            <a:noAutofit/>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noAutofit/>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0" y="1851441"/>
            <a:ext cx="3571153" cy="3845754"/>
          </a:xfrm>
        </p:spPr>
        <p:txBody>
          <a:bodyPr>
            <a:noAutofit/>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Rectangle 13">
            <a:extLst>
              <a:ext uri="{FF2B5EF4-FFF2-40B4-BE49-F238E27FC236}">
                <a16:creationId xmlns:a16="http://schemas.microsoft.com/office/drawing/2014/main" id="{83CD5844-47E7-4F53-AA86-AC151A6DAE0F}"/>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5" name="Rectangle 14">
            <a:extLst>
              <a:ext uri="{FF2B5EF4-FFF2-40B4-BE49-F238E27FC236}">
                <a16:creationId xmlns:a16="http://schemas.microsoft.com/office/drawing/2014/main" id="{FFB1E0F0-C8EC-4021-A4CD-FBE449C92EF7}"/>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8" name="Rectangle 17">
            <a:extLst>
              <a:ext uri="{FF2B5EF4-FFF2-40B4-BE49-F238E27FC236}">
                <a16:creationId xmlns:a16="http://schemas.microsoft.com/office/drawing/2014/main" id="{3EBB15F7-AD41-43E6-8AA9-C473BE405C8C}"/>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0" name="Rectangle 9">
            <a:extLst>
              <a:ext uri="{FF2B5EF4-FFF2-40B4-BE49-F238E27FC236}">
                <a16:creationId xmlns:a16="http://schemas.microsoft.com/office/drawing/2014/main" id="{CFB83F4C-3746-4353-BC4A-0153501CEA78}"/>
              </a:ext>
            </a:extLst>
          </p:cNvPr>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1" name="Rectangle 10">
            <a:extLst>
              <a:ext uri="{FF2B5EF4-FFF2-40B4-BE49-F238E27FC236}">
                <a16:creationId xmlns:a16="http://schemas.microsoft.com/office/drawing/2014/main" id="{A8640B8B-1792-4C32-A25E-C3DBB59E1381}"/>
              </a:ext>
            </a:extLst>
          </p:cNvPr>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B7050B18-EDB5-41C7-A0ED-5244F6D71EDE}"/>
              </a:ext>
            </a:extLst>
          </p:cNvPr>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Tree>
    <p:extLst>
      <p:ext uri="{BB962C8B-B14F-4D97-AF65-F5344CB8AC3E}">
        <p14:creationId xmlns:p14="http://schemas.microsoft.com/office/powerpoint/2010/main" val="362546441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8" name="Text Placeholder 8">
            <a:extLst>
              <a:ext uri="{FF2B5EF4-FFF2-40B4-BE49-F238E27FC236}">
                <a16:creationId xmlns:a16="http://schemas.microsoft.com/office/drawing/2014/main" id="{D0DD3CDC-03F0-45B8-ACB9-856464915565}"/>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Tree>
    <p:extLst>
      <p:ext uri="{BB962C8B-B14F-4D97-AF65-F5344CB8AC3E}">
        <p14:creationId xmlns:p14="http://schemas.microsoft.com/office/powerpoint/2010/main" val="22129948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2920" y="2556000"/>
            <a:ext cx="2592000" cy="3394800"/>
          </a:xfrm>
        </p:spPr>
        <p:txBody>
          <a:bodyPr/>
          <a:lstStyle>
            <a:lvl1pPr marL="0" indent="0">
              <a:defRPr b="1">
                <a:solidFill>
                  <a:schemeClr val="bg1"/>
                </a:solidFill>
                <a:latin typeface="+mj-lt"/>
              </a:defRPr>
            </a:lvl1pPr>
            <a:lvl2pPr marL="139700" indent="-139700" algn="l">
              <a:spcAft>
                <a:spcPts val="1333"/>
              </a:spcAft>
              <a:buClrTx/>
              <a:buSzPct val="100000"/>
              <a:buFont typeface="Arial" panose="020B0604020202020204" pitchFamily="34" charset="0"/>
              <a:buChar char="•"/>
              <a:defRPr>
                <a:solidFill>
                  <a:schemeClr val="bg1"/>
                </a:solidFill>
              </a:defRPr>
            </a:lvl2pPr>
            <a:lvl3pPr marL="304800" indent="-139700" algn="l">
              <a:spcAft>
                <a:spcPts val="1333"/>
              </a:spcAft>
              <a:buClrTx/>
              <a:buSzPct val="100000"/>
              <a:buFont typeface="Arial" panose="020B0604020202020204" pitchFamily="34" charset="0"/>
              <a:buChar char="−"/>
              <a:defRPr>
                <a:solidFill>
                  <a:schemeClr val="bg1"/>
                </a:solidFill>
              </a:defRPr>
            </a:lvl3pPr>
            <a:lvl4pPr marL="469900" indent="-139700" algn="l">
              <a:spcAft>
                <a:spcPts val="1333"/>
              </a:spcAft>
              <a:buClrTx/>
              <a:buSzPct val="100000"/>
              <a:buFont typeface="Arial" panose="020B0604020202020204" pitchFamily="34" charset="0"/>
              <a:buChar char="◦"/>
              <a:defRPr>
                <a:solidFill>
                  <a:schemeClr val="bg1"/>
                </a:solidFill>
              </a:defRPr>
            </a:lvl4pPr>
            <a:lvl5pPr marL="635000" indent="-1397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defRPr b="1">
                <a:solidFill>
                  <a:schemeClr val="bg1"/>
                </a:solidFill>
                <a:latin typeface="+mj-lt"/>
              </a:defRPr>
            </a:lvl1pPr>
            <a:lvl2pPr marL="139700" indent="-139700" algn="l">
              <a:spcAft>
                <a:spcPts val="1333"/>
              </a:spcAft>
              <a:buClrTx/>
              <a:buSzPct val="100000"/>
              <a:buFont typeface="Arial" panose="020B0604020202020204" pitchFamily="34" charset="0"/>
              <a:buChar char="•"/>
              <a:defRPr>
                <a:solidFill>
                  <a:schemeClr val="bg1"/>
                </a:solidFill>
              </a:defRPr>
            </a:lvl2pPr>
            <a:lvl3pPr marL="304800" indent="-139700" algn="l">
              <a:spcAft>
                <a:spcPts val="1333"/>
              </a:spcAft>
              <a:buClrTx/>
              <a:buSzPct val="100000"/>
              <a:buFont typeface="Arial" panose="020B0604020202020204" pitchFamily="34" charset="0"/>
              <a:buChar char="−"/>
              <a:defRPr>
                <a:solidFill>
                  <a:schemeClr val="bg1"/>
                </a:solidFill>
              </a:defRPr>
            </a:lvl3pPr>
            <a:lvl4pPr marL="469900" indent="-139700" algn="l">
              <a:spcAft>
                <a:spcPts val="1333"/>
              </a:spcAft>
              <a:buClrTx/>
              <a:buSzPct val="100000"/>
              <a:buFont typeface="Arial" panose="020B0604020202020204" pitchFamily="34" charset="0"/>
              <a:buChar char="◦"/>
              <a:defRPr>
                <a:solidFill>
                  <a:schemeClr val="bg1"/>
                </a:solidFill>
              </a:defRPr>
            </a:lvl4pPr>
            <a:lvl5pPr marL="635000" indent="-1397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defRPr b="1">
                <a:solidFill>
                  <a:schemeClr val="bg1"/>
                </a:solidFill>
                <a:latin typeface="+mj-lt"/>
              </a:defRPr>
            </a:lvl1pPr>
            <a:lvl2pPr marL="139700" indent="-139700" algn="l">
              <a:spcAft>
                <a:spcPts val="1333"/>
              </a:spcAft>
              <a:buClrTx/>
              <a:buSzPct val="100000"/>
              <a:buFont typeface="Arial" panose="020B0604020202020204" pitchFamily="34" charset="0"/>
              <a:buChar char="•"/>
              <a:defRPr>
                <a:solidFill>
                  <a:schemeClr val="bg1"/>
                </a:solidFill>
              </a:defRPr>
            </a:lvl2pPr>
            <a:lvl3pPr marL="304800" indent="-139700" algn="l">
              <a:spcAft>
                <a:spcPts val="1333"/>
              </a:spcAft>
              <a:buClrTx/>
              <a:buSzPct val="100000"/>
              <a:buFont typeface="Arial" panose="020B0604020202020204" pitchFamily="34" charset="0"/>
              <a:buChar char="−"/>
              <a:defRPr>
                <a:solidFill>
                  <a:schemeClr val="bg1"/>
                </a:solidFill>
              </a:defRPr>
            </a:lvl3pPr>
            <a:lvl4pPr marL="469900" indent="-139700" algn="l">
              <a:spcAft>
                <a:spcPts val="1333"/>
              </a:spcAft>
              <a:buClrTx/>
              <a:buSzPct val="100000"/>
              <a:buFont typeface="Arial" panose="020B0604020202020204" pitchFamily="34" charset="0"/>
              <a:buChar char="◦"/>
              <a:defRPr>
                <a:solidFill>
                  <a:schemeClr val="bg1"/>
                </a:solidFill>
              </a:defRPr>
            </a:lvl4pPr>
            <a:lvl5pPr marL="635000" indent="-1397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defRPr b="1">
                <a:solidFill>
                  <a:schemeClr val="bg1"/>
                </a:solidFill>
                <a:latin typeface="+mj-lt"/>
              </a:defRPr>
            </a:lvl1pPr>
            <a:lvl2pPr marL="139700" indent="-139700" algn="l">
              <a:spcAft>
                <a:spcPts val="1333"/>
              </a:spcAft>
              <a:buClrTx/>
              <a:buSzPct val="100000"/>
              <a:buFont typeface="Arial" panose="020B0604020202020204" pitchFamily="34" charset="0"/>
              <a:buChar char="•"/>
              <a:defRPr>
                <a:solidFill>
                  <a:schemeClr val="bg1"/>
                </a:solidFill>
              </a:defRPr>
            </a:lvl2pPr>
            <a:lvl3pPr marL="304800" indent="-139700" algn="l">
              <a:spcAft>
                <a:spcPts val="1333"/>
              </a:spcAft>
              <a:buClrTx/>
              <a:buSzPct val="100000"/>
              <a:buFont typeface="Arial" panose="020B0604020202020204" pitchFamily="34" charset="0"/>
              <a:buChar char="−"/>
              <a:defRPr>
                <a:solidFill>
                  <a:schemeClr val="bg1"/>
                </a:solidFill>
              </a:defRPr>
            </a:lvl3pPr>
            <a:lvl4pPr marL="469900" indent="-139700" algn="l">
              <a:spcAft>
                <a:spcPts val="1333"/>
              </a:spcAft>
              <a:buClrTx/>
              <a:buSzPct val="100000"/>
              <a:buFont typeface="Arial" panose="020B0604020202020204" pitchFamily="34" charset="0"/>
              <a:buChar char="◦"/>
              <a:defRPr>
                <a:solidFill>
                  <a:schemeClr val="bg1"/>
                </a:solidFill>
              </a:defRPr>
            </a:lvl4pPr>
            <a:lvl5pPr marL="635000" indent="-1397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p:cNvSpPr>
            <a:spLocks noGrp="1"/>
          </p:cNvSpPr>
          <p:nvPr>
            <p:ph type="body" sz="quarter" idx="13" hasCustomPrompt="1"/>
          </p:nvPr>
        </p:nvSpPr>
        <p:spPr>
          <a:xfrm>
            <a:off x="501650" y="651600"/>
            <a:ext cx="11252200" cy="757255"/>
          </a:xfrm>
          <a:prstGeom prst="rect">
            <a:avLst/>
          </a:prstGeom>
        </p:spPr>
        <p:txBody>
          <a:bodyPr lIns="0" tIns="0" rIns="0" bIns="0">
            <a:noAutofit/>
          </a:bodyPr>
          <a:lstStyle>
            <a:lvl1pPr marL="0" indent="0">
              <a:buNone/>
              <a:defRPr sz="1800" b="0">
                <a:solidFill>
                  <a:schemeClr val="bg1"/>
                </a:solidFill>
              </a:defRPr>
            </a:lvl1pPr>
          </a:lstStyle>
          <a:p>
            <a:pPr lvl="0"/>
            <a:r>
              <a:rPr lang="en-US" noProof="0"/>
              <a:t>Click to add subtitle</a:t>
            </a:r>
          </a:p>
        </p:txBody>
      </p:sp>
      <p:sp>
        <p:nvSpPr>
          <p:cNvPr id="17" name="Title Placeholder 1"/>
          <p:cNvSpPr>
            <a:spLocks noGrp="1"/>
          </p:cNvSpPr>
          <p:nvPr>
            <p:ph type="title" hasCustomPrompt="1"/>
          </p:nvPr>
        </p:nvSpPr>
        <p:spPr>
          <a:xfrm>
            <a:off x="501650" y="317500"/>
            <a:ext cx="11252200" cy="334102"/>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endParaRPr lang="en-US" noProof="0"/>
          </a:p>
        </p:txBody>
      </p:sp>
      <p:sp>
        <p:nvSpPr>
          <p:cNvPr id="11" name="CaseCode">
            <a:extLst>
              <a:ext uri="{FF2B5EF4-FFF2-40B4-BE49-F238E27FC236}">
                <a16:creationId xmlns:a16="http://schemas.microsoft.com/office/drawing/2014/main" id="{676B7924-6A82-4453-9ABA-42AE71384BDC}"/>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p:nvSpPr>
        <p:spPr>
          <a:xfrm>
            <a:off x="469900" y="6477000"/>
            <a:ext cx="5355167"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18" name="TextBox 17">
            <a:extLst>
              <a:ext uri="{FF2B5EF4-FFF2-40B4-BE49-F238E27FC236}">
                <a16:creationId xmlns:a16="http://schemas.microsoft.com/office/drawing/2014/main" id="{DCBBEDB2-39B5-4D4C-AA82-85ED607FAC3B}"/>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3" name="CaseCode">
            <a:extLst>
              <a:ext uri="{FF2B5EF4-FFF2-40B4-BE49-F238E27FC236}">
                <a16:creationId xmlns:a16="http://schemas.microsoft.com/office/drawing/2014/main" id="{75406FC4-DE74-444B-A302-728DCB5CCE95}"/>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TextBox 14">
            <a:extLst>
              <a:ext uri="{FF2B5EF4-FFF2-40B4-BE49-F238E27FC236}">
                <a16:creationId xmlns:a16="http://schemas.microsoft.com/office/drawing/2014/main" id="{D0B54295-AE4D-4802-A098-55FC864EABE6}"/>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032436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Rectangle 23">
            <a:extLst>
              <a:ext uri="{FF2B5EF4-FFF2-40B4-BE49-F238E27FC236}">
                <a16:creationId xmlns:a16="http://schemas.microsoft.com/office/drawing/2014/main" id="{E03400EF-52A1-4F49-9A72-7AAA7A3E2109}"/>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5" name="Rectangle 24">
            <a:extLst>
              <a:ext uri="{FF2B5EF4-FFF2-40B4-BE49-F238E27FC236}">
                <a16:creationId xmlns:a16="http://schemas.microsoft.com/office/drawing/2014/main" id="{F07EBD73-619B-4083-AA58-A9B7F851FABB}"/>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6" name="Rectangle 25">
            <a:extLst>
              <a:ext uri="{FF2B5EF4-FFF2-40B4-BE49-F238E27FC236}">
                <a16:creationId xmlns:a16="http://schemas.microsoft.com/office/drawing/2014/main" id="{8936D0BF-951E-4BCD-8E21-2F3F2629B1BE}"/>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7" name="Rectangle 26">
            <a:extLst>
              <a:ext uri="{FF2B5EF4-FFF2-40B4-BE49-F238E27FC236}">
                <a16:creationId xmlns:a16="http://schemas.microsoft.com/office/drawing/2014/main" id="{387004E2-4A82-478A-BFDB-7103ADDD0F56}"/>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512064" y="1856232"/>
            <a:ext cx="5533695" cy="169545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166929" y="1847618"/>
            <a:ext cx="5533695" cy="169545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8732" y="4256623"/>
            <a:ext cx="5533695" cy="169545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165458" y="4256623"/>
            <a:ext cx="5533695" cy="169545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Rectangle 15">
            <a:extLst>
              <a:ext uri="{FF2B5EF4-FFF2-40B4-BE49-F238E27FC236}">
                <a16:creationId xmlns:a16="http://schemas.microsoft.com/office/drawing/2014/main" id="{DF87AC7C-0DDC-46B1-9738-B435CBA7C569}"/>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8" name="Rectangle 17">
            <a:extLst>
              <a:ext uri="{FF2B5EF4-FFF2-40B4-BE49-F238E27FC236}">
                <a16:creationId xmlns:a16="http://schemas.microsoft.com/office/drawing/2014/main" id="{585E2D1D-5ECC-40B9-A69B-4D412BDF5272}"/>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BCF2E545-2B90-444A-AFD8-C988CF27E6EB}"/>
              </a:ext>
            </a:extLst>
          </p:cNvPr>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451DD60C-BE69-45B0-A397-4D6A1E682029}"/>
              </a:ext>
            </a:extLst>
          </p:cNvPr>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Tree>
    <p:extLst>
      <p:ext uri="{BB962C8B-B14F-4D97-AF65-F5344CB8AC3E}">
        <p14:creationId xmlns:p14="http://schemas.microsoft.com/office/powerpoint/2010/main" val="234477933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rmAutofit/>
          </a:bodyPr>
          <a:lstStyle>
            <a:lvl1pPr>
              <a:lnSpc>
                <a:spcPct val="100000"/>
              </a:lnSpc>
              <a:spcAft>
                <a:spcPts val="45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49" y="4211955"/>
            <a:ext cx="2319503" cy="1725448"/>
          </a:xfrm>
        </p:spPr>
        <p:txBody>
          <a:bodyPr anchor="ctr" anchorCtr="0"/>
          <a:lstStyle>
            <a:lvl1pPr algn="ctr">
              <a:defRPr sz="675"/>
            </a:lvl1pPr>
          </a:lstStyle>
          <a:p>
            <a:r>
              <a:rPr lang="en-GB" sz="675"/>
              <a:t>Insert sponsorship mark here</a:t>
            </a:r>
            <a:endParaRPr lang="en-GB"/>
          </a:p>
        </p:txBody>
      </p:sp>
      <p:sp>
        <p:nvSpPr>
          <p:cNvPr id="8" name="Text Placeholder 7"/>
          <p:cNvSpPr>
            <a:spLocks noGrp="1"/>
          </p:cNvSpPr>
          <p:nvPr>
            <p:ph type="body" sz="quarter" idx="15"/>
          </p:nvPr>
        </p:nvSpPr>
        <p:spPr>
          <a:xfrm>
            <a:off x="9370851" y="6018028"/>
            <a:ext cx="2319501" cy="363722"/>
          </a:xfrm>
        </p:spPr>
        <p:txBody>
          <a:bodyPr anchor="b" anchorCtr="0">
            <a:normAutofit/>
          </a:bodyPr>
          <a:lstStyle>
            <a:lvl1pPr>
              <a:lnSpc>
                <a:spcPct val="100000"/>
              </a:lnSpc>
              <a:defRPr sz="900"/>
            </a:lvl1pPr>
          </a:lstStyle>
          <a:p>
            <a:pPr lvl="0"/>
            <a:r>
              <a:rPr lang="en-US"/>
              <a:t>Click to edit Master text styles</a:t>
            </a:r>
          </a:p>
        </p:txBody>
      </p:sp>
      <p:grpSp>
        <p:nvGrpSpPr>
          <p:cNvPr id="16" name="Group 15">
            <a:extLst>
              <a:ext uri="{FF2B5EF4-FFF2-40B4-BE49-F238E27FC236}">
                <a16:creationId xmlns:a16="http://schemas.microsoft.com/office/drawing/2014/main" id="{00683992-E2D9-4A7F-985E-3EEDF9E41585}"/>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4A43E969-ECC9-4A2B-99BD-4E66B33EDA7B}"/>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CB5A79-40EE-4B73-9B49-597C92075303}"/>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9" name="Rectangle 7">
              <a:extLst>
                <a:ext uri="{FF2B5EF4-FFF2-40B4-BE49-F238E27FC236}">
                  <a16:creationId xmlns:a16="http://schemas.microsoft.com/office/drawing/2014/main" id="{78C1DA1C-9988-40E2-A2B5-C957B41769F0}"/>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1" name="Freeform 8">
              <a:extLst>
                <a:ext uri="{FF2B5EF4-FFF2-40B4-BE49-F238E27FC236}">
                  <a16:creationId xmlns:a16="http://schemas.microsoft.com/office/drawing/2014/main" id="{7FF8C6C2-C845-49E8-9DB6-012D7004B2B9}"/>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2" name="Rectangle 9">
              <a:extLst>
                <a:ext uri="{FF2B5EF4-FFF2-40B4-BE49-F238E27FC236}">
                  <a16:creationId xmlns:a16="http://schemas.microsoft.com/office/drawing/2014/main" id="{42D607E7-411D-49B5-B19A-26CCD5532772}"/>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3" name="Rectangle 10">
              <a:extLst>
                <a:ext uri="{FF2B5EF4-FFF2-40B4-BE49-F238E27FC236}">
                  <a16:creationId xmlns:a16="http://schemas.microsoft.com/office/drawing/2014/main" id="{435F648D-A283-495F-BA4E-A7DBFF0F42CB}"/>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AB2A403B-5633-4D74-A742-6F09315D7BF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5" name="Freeform 12">
              <a:extLst>
                <a:ext uri="{FF2B5EF4-FFF2-40B4-BE49-F238E27FC236}">
                  <a16:creationId xmlns:a16="http://schemas.microsoft.com/office/drawing/2014/main" id="{E4EBD3EF-692C-4FB7-91EB-2DB640EC53E6}"/>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6" name="Freeform 13">
              <a:extLst>
                <a:ext uri="{FF2B5EF4-FFF2-40B4-BE49-F238E27FC236}">
                  <a16:creationId xmlns:a16="http://schemas.microsoft.com/office/drawing/2014/main" id="{CEC673F8-1A3A-4CAE-9904-87474B39052E}"/>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7" name="Freeform 14">
              <a:extLst>
                <a:ext uri="{FF2B5EF4-FFF2-40B4-BE49-F238E27FC236}">
                  <a16:creationId xmlns:a16="http://schemas.microsoft.com/office/drawing/2014/main" id="{10E7F45D-8E34-4D1C-9D45-160C2657431B}"/>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28728773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54220393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2" y="317503"/>
            <a:ext cx="111887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88847946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solidFill>
                  <a:schemeClr val="tx1"/>
                </a:solidFill>
              </a:defRPr>
            </a:lvl1pPr>
          </a:lstStyle>
          <a:p>
            <a:r>
              <a:rPr lang="en-US"/>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4165512596"/>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418403481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5" name="CaseCode"/>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tx1"/>
                </a:solidFill>
                <a:latin typeface="Calibri" panose="020F0502020204030204" pitchFamily="34" charset="0"/>
                <a:cs typeface="Calibri" panose="020F0502020204030204" pitchFamily="34" charset="0"/>
              </a:rPr>
              <a:t>Presentation title</a:t>
            </a:r>
            <a:br>
              <a:rPr lang="en-US" sz="900" noProof="0">
                <a:solidFill>
                  <a:schemeClr val="tx1"/>
                </a:solidFill>
                <a:latin typeface="Calibri" panose="020F0502020204030204" pitchFamily="34" charset="0"/>
                <a:cs typeface="Calibri" panose="020F0502020204030204" pitchFamily="34" charset="0"/>
              </a:rPr>
            </a:br>
            <a:r>
              <a:rPr lang="en-US" sz="900" noProof="0">
                <a:solidFill>
                  <a:schemeClr val="tx1"/>
                </a:solidFill>
                <a:latin typeface="Calibri" panose="020F0502020204030204" pitchFamily="34" charset="0"/>
                <a:cs typeface="Calibri" panose="020F0502020204030204" pitchFamily="34" charset="0"/>
              </a:rPr>
              <a:t>[To edit, click View &gt; Slide Master &gt; Slide Master]</a:t>
            </a:r>
          </a:p>
        </p:txBody>
      </p:sp>
      <p:sp>
        <p:nvSpPr>
          <p:cNvPr id="18" name="Copyright"/>
          <p:cNvSpPr txBox="1"/>
          <p:nvPr/>
        </p:nvSpPr>
        <p:spPr>
          <a:xfrm>
            <a:off x="469900" y="6477000"/>
            <a:ext cx="5355167" cy="138500"/>
          </a:xfrm>
          <a:prstGeom prst="rect">
            <a:avLst/>
          </a:prstGeom>
          <a:noFill/>
        </p:spPr>
        <p:txBody>
          <a:bodyPr vert="horz" wrap="square" lIns="0" tIns="0" rIns="0" bIns="0" rtlCol="0" anchor="t">
            <a:noAutofit/>
          </a:bodyPr>
          <a:lstStyle/>
          <a:p>
            <a:pPr marL="0" indent="0" algn="l" defTabSz="914400" rtl="0" eaLnBrk="1" latinLnBrk="0" hangingPunct="1">
              <a:spcBef>
                <a:spcPts val="600"/>
              </a:spcBef>
              <a:buSzPct val="100000"/>
              <a:buFont typeface="Arial"/>
              <a:buNone/>
            </a:pPr>
            <a:r>
              <a:rPr lang="en-US" sz="900" b="0" noProof="0">
                <a:solidFill>
                  <a:schemeClr val="tx1"/>
                </a:solidFill>
                <a:latin typeface="+mn-lt"/>
                <a:cs typeface="Calibri" panose="020F0502020204030204" pitchFamily="34" charset="0"/>
              </a:rPr>
              <a:t>Copyright © 2022 Deloitte Development LLC. All rights reserved.</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5277791"/>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8" r:id="rId13"/>
    <p:sldLayoutId id="2147484009" r:id="rId14"/>
    <p:sldLayoutId id="2147484010" r:id="rId15"/>
    <p:sldLayoutId id="2147484011" r:id="rId16"/>
    <p:sldLayoutId id="2147484012" r:id="rId17"/>
    <p:sldLayoutId id="2147484013" r:id="rId18"/>
    <p:sldLayoutId id="2147484014" r:id="rId19"/>
    <p:sldLayoutId id="2147484015" r:id="rId20"/>
    <p:sldLayoutId id="2147484016" r:id="rId21"/>
    <p:sldLayoutId id="2147484017" r:id="rId22"/>
    <p:sldLayoutId id="2147484018" r:id="rId23"/>
    <p:sldLayoutId id="2147484019" r:id="rId24"/>
    <p:sldLayoutId id="2147484020" r:id="rId25"/>
    <p:sldLayoutId id="2147484021" r:id="rId26"/>
    <p:sldLayoutId id="2147484022" r:id="rId27"/>
    <p:sldLayoutId id="2147484023" r:id="rId28"/>
    <p:sldLayoutId id="2147484024" r:id="rId29"/>
    <p:sldLayoutId id="2147484025" r:id="rId30"/>
    <p:sldLayoutId id="2147484026" r:id="rId31"/>
    <p:sldLayoutId id="2147484029" r:id="rId32"/>
    <p:sldLayoutId id="2147484033" r:id="rId33"/>
    <p:sldLayoutId id="2147484034" r:id="rId34"/>
    <p:sldLayoutId id="2147484035" r:id="rId35"/>
    <p:sldLayoutId id="2147484036" r:id="rId36"/>
    <p:sldLayoutId id="2147484037" r:id="rId37"/>
    <p:sldLayoutId id="2147484038" r:id="rId38"/>
    <p:sldLayoutId id="2147484039" r:id="rId39"/>
    <p:sldLayoutId id="2147484040" r:id="rId40"/>
    <p:sldLayoutId id="2147484041" r:id="rId41"/>
    <p:sldLayoutId id="2147484042" r:id="rId42"/>
    <p:sldLayoutId id="2147484043" r:id="rId43"/>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userDrawn="1">
          <p15:clr>
            <a:srgbClr val="F26B43"/>
          </p15:clr>
        </p15:guide>
        <p15:guide id="3" orient="horz" pos="4020" userDrawn="1">
          <p15:clr>
            <a:srgbClr val="F26B43"/>
          </p15:clr>
        </p15:guide>
        <p15:guide id="4" pos="237" userDrawn="1">
          <p15:clr>
            <a:srgbClr val="F26B43"/>
          </p15:clr>
        </p15:guide>
        <p15:guide id="5" pos="5523" userDrawn="1">
          <p15:clr>
            <a:srgbClr val="F26B43"/>
          </p15:clr>
        </p15:guide>
        <p15:guide id="7" orient="horz" pos="200" userDrawn="1">
          <p15:clr>
            <a:srgbClr val="F26B43"/>
          </p15:clr>
        </p15:guide>
        <p15:guide id="8" orient="horz" pos="4080" userDrawn="1">
          <p15:clr>
            <a:srgbClr val="F26B43"/>
          </p15:clr>
        </p15:guide>
        <p15:guide id="10" pos="3721" userDrawn="1">
          <p15:clr>
            <a:srgbClr val="F26B43"/>
          </p15:clr>
        </p15:guide>
        <p15:guide id="11" orient="horz" pos="236" userDrawn="1">
          <p15:clr>
            <a:srgbClr val="F26B43"/>
          </p15:clr>
        </p15:guide>
        <p15:guide id="12" pos="1022" userDrawn="1">
          <p15:clr>
            <a:srgbClr val="F26B43"/>
          </p15:clr>
        </p15:guide>
        <p15:guide id="13" pos="1137" userDrawn="1">
          <p15:clr>
            <a:srgbClr val="F26B43"/>
          </p15:clr>
        </p15:guide>
        <p15:guide id="14" pos="1920" userDrawn="1">
          <p15:clr>
            <a:srgbClr val="F26B43"/>
          </p15:clr>
        </p15:guide>
        <p15:guide id="15" pos="2033" userDrawn="1">
          <p15:clr>
            <a:srgbClr val="F26B43"/>
          </p15:clr>
        </p15:guide>
        <p15:guide id="16" pos="4620" userDrawn="1">
          <p15:clr>
            <a:srgbClr val="F26B43"/>
          </p15:clr>
        </p15:guide>
        <p15:guide id="17" pos="2823" userDrawn="1">
          <p15:clr>
            <a:srgbClr val="F26B43"/>
          </p15:clr>
        </p15:guide>
        <p15:guide id="18" pos="2937" userDrawn="1">
          <p15:clr>
            <a:srgbClr val="F26B43"/>
          </p15:clr>
        </p15:guide>
        <p15:guide id="19" pos="2880" userDrawn="1">
          <p15:clr>
            <a:srgbClr val="F26B43"/>
          </p15:clr>
        </p15:guide>
        <p15:guide id="20" pos="4734" userDrawn="1">
          <p15:clr>
            <a:srgbClr val="F26B43"/>
          </p15:clr>
        </p15:guide>
        <p15:guide id="22" orient="horz" pos="640" userDrawn="1">
          <p15:clr>
            <a:srgbClr val="F26B43"/>
          </p15:clr>
        </p15:guide>
        <p15:guide id="64" pos="5098" userDrawn="1">
          <p15:clr>
            <a:srgbClr val="F26B43"/>
          </p15:clr>
        </p15:guide>
        <p15:guide id="65" orient="horz" pos="2160" userDrawn="1">
          <p15:clr>
            <a:srgbClr val="F26B43"/>
          </p15:clr>
        </p15:guide>
        <p15:guide id="66" orient="horz" pos="3968" userDrawn="1">
          <p15:clr>
            <a:srgbClr val="F26B43"/>
          </p15:clr>
        </p15:guide>
        <p15:guide id="67" pos="312" userDrawn="1">
          <p15:clr>
            <a:srgbClr val="F26B43"/>
          </p15:clr>
        </p15:guide>
        <p15:guide id="68" pos="7368" userDrawn="1">
          <p15:clr>
            <a:srgbClr val="F26B43"/>
          </p15:clr>
        </p15:guide>
        <p15:guide id="69" orient="horz" pos="245" userDrawn="1">
          <p15:clr>
            <a:srgbClr val="F26B43"/>
          </p15:clr>
        </p15:guide>
        <p15:guide id="70" orient="horz" pos="4081" userDrawn="1">
          <p15:clr>
            <a:srgbClr val="F26B43"/>
          </p15:clr>
        </p15:guide>
        <p15:guide id="71" pos="4986" userDrawn="1">
          <p15:clr>
            <a:srgbClr val="F26B43"/>
          </p15:clr>
        </p15:guide>
        <p15:guide id="72" pos="1382" userDrawn="1">
          <p15:clr>
            <a:srgbClr val="F26B43"/>
          </p15:clr>
        </p15:guide>
        <p15:guide id="73" pos="1496" userDrawn="1">
          <p15:clr>
            <a:srgbClr val="F26B43"/>
          </p15:clr>
        </p15:guide>
        <p15:guide id="74" pos="2581" userDrawn="1">
          <p15:clr>
            <a:srgbClr val="F26B43"/>
          </p15:clr>
        </p15:guide>
        <p15:guide id="75" pos="2695" userDrawn="1">
          <p15:clr>
            <a:srgbClr val="F26B43"/>
          </p15:clr>
        </p15:guide>
        <p15:guide id="76" pos="6185" userDrawn="1">
          <p15:clr>
            <a:srgbClr val="F26B43"/>
          </p15:clr>
        </p15:guide>
        <p15:guide id="77" pos="3783" userDrawn="1">
          <p15:clr>
            <a:srgbClr val="F26B43"/>
          </p15:clr>
        </p15:guide>
        <p15:guide id="78" pos="3896" userDrawn="1">
          <p15:clr>
            <a:srgbClr val="F26B43"/>
          </p15:clr>
        </p15:guide>
        <p15:guide id="79" pos="3840" userDrawn="1">
          <p15:clr>
            <a:srgbClr val="F26B43"/>
          </p15:clr>
        </p15:guide>
        <p15:guide id="80" pos="6299" userDrawn="1">
          <p15:clr>
            <a:srgbClr val="F26B43"/>
          </p15:clr>
        </p15:guide>
        <p15:guide id="81" orient="horz" pos="1049" userDrawn="1">
          <p15:clr>
            <a:srgbClr val="F26B43"/>
          </p15:clr>
        </p15:guide>
        <p15:guide id="82" orient="horz" pos="641" userDrawn="1">
          <p15:clr>
            <a:srgbClr val="F26B43"/>
          </p15:clr>
        </p15:guide>
        <p15:guide id="8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2.xml"/><Relationship Id="rId7" Type="http://schemas.openxmlformats.org/officeDocument/2006/relationships/image" Target="../media/image4.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image" Target="../media/image3.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5.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5.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5.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29.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3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3A8AD-38C0-4854-81B3-9B99B4E007ED}"/>
              </a:ext>
            </a:extLst>
          </p:cNvPr>
          <p:cNvSpPr>
            <a:spLocks noGrp="1"/>
          </p:cNvSpPr>
          <p:nvPr>
            <p:ph type="ctrTitle"/>
          </p:nvPr>
        </p:nvSpPr>
        <p:spPr>
          <a:xfrm>
            <a:off x="324375" y="1107710"/>
            <a:ext cx="6676389" cy="1844725"/>
          </a:xfrm>
        </p:spPr>
        <p:txBody>
          <a:bodyPr/>
          <a:lstStyle/>
          <a:p>
            <a:r>
              <a:rPr lang="en-US" sz="4900">
                <a:solidFill>
                  <a:srgbClr val="86BC25"/>
                </a:solidFill>
                <a:latin typeface="Times New Roman"/>
                <a:ea typeface="Calibri"/>
                <a:cs typeface="Times New Roman"/>
              </a:rPr>
              <a:t>Offer-to-Join </a:t>
            </a:r>
            <a:br>
              <a:rPr lang="en-US" sz="4900">
                <a:solidFill>
                  <a:srgbClr val="86BC25"/>
                </a:solidFill>
                <a:latin typeface="Times New Roman"/>
                <a:ea typeface="Calibri"/>
                <a:cs typeface="Times New Roman"/>
              </a:rPr>
            </a:br>
            <a:br>
              <a:rPr lang="en-US" sz="4900">
                <a:solidFill>
                  <a:srgbClr val="86BC25"/>
                </a:solidFill>
                <a:latin typeface="Times New Roman"/>
                <a:ea typeface="Calibri"/>
                <a:cs typeface="Times New Roman"/>
              </a:rPr>
            </a:br>
            <a:r>
              <a:rPr lang="en-US" sz="4900">
                <a:solidFill>
                  <a:srgbClr val="86BC25"/>
                </a:solidFill>
                <a:latin typeface="Times New Roman"/>
                <a:ea typeface="Calibri"/>
                <a:cs typeface="Times New Roman"/>
              </a:rPr>
              <a:t>Conversion Analysis</a:t>
            </a:r>
          </a:p>
        </p:txBody>
      </p:sp>
      <p:sp>
        <p:nvSpPr>
          <p:cNvPr id="5" name="Text Placeholder 4"/>
          <p:cNvSpPr>
            <a:spLocks noGrp="1"/>
          </p:cNvSpPr>
          <p:nvPr>
            <p:ph type="body" sz="quarter" idx="10"/>
          </p:nvPr>
        </p:nvSpPr>
        <p:spPr>
          <a:xfrm>
            <a:off x="501649" y="5767458"/>
            <a:ext cx="6321843" cy="344902"/>
          </a:xfrm>
        </p:spPr>
        <p:txBody>
          <a:bodyPr/>
          <a:lstStyle/>
          <a:p>
            <a:pPr marL="342900" indent="-342900">
              <a:buFont typeface="Calibri"/>
              <a:buAutoNum type="arabicPeriod"/>
            </a:pPr>
            <a:endParaRPr lang="en-US" sz="2000">
              <a:latin typeface="Times New Roman"/>
              <a:ea typeface="Calibri"/>
              <a:cs typeface="Times New Roman"/>
            </a:endParaRPr>
          </a:p>
          <a:p>
            <a:pPr marL="342900" indent="-342900">
              <a:buFont typeface="Calibri"/>
              <a:buAutoNum type="arabicPeriod"/>
            </a:pPr>
            <a:endParaRPr lang="en-US" sz="2000">
              <a:latin typeface="Times New Roman"/>
              <a:ea typeface="Calibri"/>
              <a:cs typeface="Times New Roman"/>
            </a:endParaRPr>
          </a:p>
          <a:p>
            <a:pPr marL="342900" indent="-342900">
              <a:buFont typeface="Calibri"/>
              <a:buAutoNum type="arabicPeriod"/>
            </a:pPr>
            <a:r>
              <a:rPr lang="en-US" sz="2000">
                <a:latin typeface="Times New Roman"/>
                <a:ea typeface="Calibri"/>
                <a:cs typeface="Times New Roman"/>
              </a:rPr>
              <a:t>Titas Debnath</a:t>
            </a:r>
          </a:p>
          <a:p>
            <a:pPr marL="342900" indent="-342900">
              <a:buFont typeface="Calibri"/>
              <a:buAutoNum type="arabicPeriod"/>
            </a:pPr>
            <a:r>
              <a:rPr lang="en-US" sz="2000">
                <a:latin typeface="Times New Roman"/>
                <a:ea typeface="Calibri"/>
                <a:cs typeface="Times New Roman"/>
              </a:rPr>
              <a:t>Charitha Gandikota</a:t>
            </a:r>
          </a:p>
          <a:p>
            <a:pPr marL="342900" indent="-342900">
              <a:buFont typeface="Calibri"/>
              <a:buAutoNum type="arabicPeriod"/>
            </a:pPr>
            <a:r>
              <a:rPr lang="en-US" sz="2000">
                <a:latin typeface="Times New Roman"/>
                <a:ea typeface="Calibri"/>
                <a:cs typeface="Times New Roman"/>
              </a:rPr>
              <a:t>Sujay Kumar </a:t>
            </a:r>
          </a:p>
          <a:p>
            <a:pPr marL="342900" indent="-342900">
              <a:buFont typeface="Calibri"/>
              <a:buAutoNum type="arabicPeriod"/>
            </a:pPr>
            <a:r>
              <a:rPr lang="en-US" sz="2000">
                <a:latin typeface="Times New Roman"/>
                <a:ea typeface="Calibri"/>
                <a:cs typeface="Times New Roman"/>
              </a:rPr>
              <a:t>Ritankar Bhattacharya</a:t>
            </a:r>
          </a:p>
          <a:p>
            <a:pPr marL="342900" indent="-342900">
              <a:buFont typeface="Calibri"/>
              <a:buAutoNum type="arabicPeriod"/>
            </a:pPr>
            <a:r>
              <a:rPr lang="en-US" sz="2000">
                <a:latin typeface="Times New Roman"/>
                <a:ea typeface="Calibri"/>
                <a:cs typeface="Times New Roman"/>
              </a:rPr>
              <a:t>Vedant</a:t>
            </a:r>
          </a:p>
          <a:p>
            <a:pPr marL="342900" indent="-342900">
              <a:buFont typeface="Calibri"/>
              <a:buAutoNum type="arabicPeriod"/>
            </a:pPr>
            <a:r>
              <a:rPr lang="en-US" sz="2000">
                <a:latin typeface="Times New Roman"/>
                <a:ea typeface="Calibri"/>
                <a:cs typeface="Times New Roman"/>
              </a:rPr>
              <a:t>Srinath Neogi</a:t>
            </a:r>
          </a:p>
        </p:txBody>
      </p:sp>
      <p:sp>
        <p:nvSpPr>
          <p:cNvPr id="3" name="TextBox 2">
            <a:extLst>
              <a:ext uri="{FF2B5EF4-FFF2-40B4-BE49-F238E27FC236}">
                <a16:creationId xmlns:a16="http://schemas.microsoft.com/office/drawing/2014/main" id="{0C6FC295-1E3B-4801-C6DB-9EDDBD312931}"/>
              </a:ext>
            </a:extLst>
          </p:cNvPr>
          <p:cNvSpPr txBox="1"/>
          <p:nvPr/>
        </p:nvSpPr>
        <p:spPr>
          <a:xfrm>
            <a:off x="324375" y="3290013"/>
            <a:ext cx="356062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Bef>
                <a:spcPts val="600"/>
              </a:spcBef>
              <a:buSzPct val="100000"/>
            </a:pPr>
            <a:r>
              <a:rPr lang="en-US" sz="4000">
                <a:solidFill>
                  <a:schemeClr val="bg1"/>
                </a:solidFill>
                <a:latin typeface="Times New Roman" panose="02020603050405020304" pitchFamily="18" charset="0"/>
                <a:ea typeface="Calibri"/>
                <a:cs typeface="Times New Roman" panose="02020603050405020304" pitchFamily="18" charset="0"/>
              </a:rPr>
              <a:t>AWS_P02_A5</a:t>
            </a:r>
          </a:p>
        </p:txBody>
      </p:sp>
      <p:pic>
        <p:nvPicPr>
          <p:cNvPr id="13" name="Picture 12">
            <a:extLst>
              <a:ext uri="{FF2B5EF4-FFF2-40B4-BE49-F238E27FC236}">
                <a16:creationId xmlns:a16="http://schemas.microsoft.com/office/drawing/2014/main" id="{5CC26941-DFB1-1106-AE5F-FADDC48C631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51019" y="745640"/>
            <a:ext cx="4931809" cy="3781425"/>
          </a:xfrm>
          <a:prstGeom prst="rect">
            <a:avLst/>
          </a:prstGeom>
          <a:effectLst>
            <a:innerShdw blurRad="63500" dist="50800" dir="13500000">
              <a:prstClr val="black">
                <a:alpha val="50000"/>
              </a:prstClr>
            </a:innerShdw>
            <a:reflection blurRad="6350" stA="50000" endA="300" endPos="55500" dist="101600" dir="5400000" sy="-100000" algn="bl" rotWithShape="0"/>
          </a:effectLst>
          <a:scene3d>
            <a:camera prst="isometricOffAxis2Left"/>
            <a:lightRig rig="threePt" dir="t"/>
          </a:scene3d>
        </p:spPr>
      </p:pic>
    </p:spTree>
    <p:extLst>
      <p:ext uri="{BB962C8B-B14F-4D97-AF65-F5344CB8AC3E}">
        <p14:creationId xmlns:p14="http://schemas.microsoft.com/office/powerpoint/2010/main" val="148522317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2A330F2-E865-4CA6-81A0-366197D31A86}"/>
              </a:ext>
            </a:extLst>
          </p:cNvPr>
          <p:cNvPicPr>
            <a:picLocks noChangeAspect="1"/>
          </p:cNvPicPr>
          <p:nvPr/>
        </p:nvPicPr>
        <p:blipFill>
          <a:blip r:embed="rId5"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76455" y="625216"/>
            <a:ext cx="9792049" cy="6024986"/>
          </a:xfrm>
          <a:prstGeom prst="rect">
            <a:avLst/>
          </a:prstGeom>
        </p:spPr>
      </p:pic>
      <p:graphicFrame>
        <p:nvGraphicFramePr>
          <p:cNvPr id="6" name="Object 5" hidden="1">
            <a:extLst>
              <a:ext uri="{FF2B5EF4-FFF2-40B4-BE49-F238E27FC236}">
                <a16:creationId xmlns:a16="http://schemas.microsoft.com/office/drawing/2014/main" id="{5A8BACA4-4E2D-454A-8D80-8EB53FDC9AF4}"/>
              </a:ext>
            </a:extLst>
          </p:cNvPr>
          <p:cNvGraphicFramePr>
            <a:graphicFrameLocks noChangeAspect="1"/>
          </p:cNvGraphicFramePr>
          <p:nvPr>
            <p:custDataLst>
              <p:tags r:id="rId1"/>
            </p:custDataLst>
          </p:nvPr>
        </p:nvGraphicFramePr>
        <p:xfrm>
          <a:off x="1525193" y="858443"/>
          <a:ext cx="1191" cy="1191"/>
        </p:xfrm>
        <a:graphic>
          <a:graphicData uri="http://schemas.openxmlformats.org/presentationml/2006/ole">
            <mc:AlternateContent xmlns:mc="http://schemas.openxmlformats.org/markup-compatibility/2006">
              <mc:Choice xmlns:v="urn:schemas-microsoft-com:vml" Requires="v">
                <p:oleObj name="think-cell Slide" r:id="rId6" imgW="415" imgH="416" progId="TCLayout.ActiveDocument.1">
                  <p:embed/>
                </p:oleObj>
              </mc:Choice>
              <mc:Fallback>
                <p:oleObj name="think-cell Slide" r:id="rId6" imgW="415" imgH="416" progId="TCLayout.ActiveDocument.1">
                  <p:embed/>
                  <p:pic>
                    <p:nvPicPr>
                      <p:cNvPr id="6" name="Object 5" hidden="1">
                        <a:extLst>
                          <a:ext uri="{FF2B5EF4-FFF2-40B4-BE49-F238E27FC236}">
                            <a16:creationId xmlns:a16="http://schemas.microsoft.com/office/drawing/2014/main" id="{5A8BACA4-4E2D-454A-8D80-8EB53FDC9AF4}"/>
                          </a:ext>
                        </a:extLst>
                      </p:cNvPr>
                      <p:cNvPicPr/>
                      <p:nvPr/>
                    </p:nvPicPr>
                    <p:blipFill>
                      <a:blip r:embed="rId7"/>
                      <a:stretch>
                        <a:fillRect/>
                      </a:stretch>
                    </p:blipFill>
                    <p:spPr>
                      <a:xfrm>
                        <a:off x="1525193" y="858443"/>
                        <a:ext cx="1191" cy="1191"/>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6D5F5A8-6D77-47CD-892D-60DC5C454906}"/>
              </a:ext>
            </a:extLst>
          </p:cNvPr>
          <p:cNvSpPr/>
          <p:nvPr>
            <p:custDataLst>
              <p:tags r:id="rId2"/>
            </p:custDataLst>
          </p:nvPr>
        </p:nvSpPr>
        <p:spPr>
          <a:xfrm>
            <a:off x="1524002" y="857252"/>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defTabSz="685800">
              <a:lnSpc>
                <a:spcPct val="80000"/>
              </a:lnSpc>
              <a:spcBef>
                <a:spcPct val="0"/>
              </a:spcBef>
              <a:spcAft>
                <a:spcPct val="0"/>
              </a:spcAft>
              <a:defRPr/>
            </a:pPr>
            <a:endParaRPr lang="en-US" sz="2700">
              <a:solidFill>
                <a:prstClr val="white"/>
              </a:solidFill>
              <a:latin typeface="Chronicle Display Black" pitchFamily="50" charset="0"/>
              <a:sym typeface="Chronicle Display Black" pitchFamily="50" charset="0"/>
            </a:endParaRPr>
          </a:p>
        </p:txBody>
      </p:sp>
      <p:sp>
        <p:nvSpPr>
          <p:cNvPr id="2" name="Title 1">
            <a:extLst>
              <a:ext uri="{FF2B5EF4-FFF2-40B4-BE49-F238E27FC236}">
                <a16:creationId xmlns:a16="http://schemas.microsoft.com/office/drawing/2014/main" id="{B9C251D7-CF59-43C5-B64C-64862BE5A9FA}"/>
              </a:ext>
            </a:extLst>
          </p:cNvPr>
          <p:cNvSpPr>
            <a:spLocks noGrp="1"/>
          </p:cNvSpPr>
          <p:nvPr>
            <p:ph type="title"/>
          </p:nvPr>
        </p:nvSpPr>
        <p:spPr/>
        <p:txBody>
          <a:bodyPr/>
          <a:lstStyle/>
          <a:p>
            <a:r>
              <a:rPr lang="en-US" sz="4000" b="1">
                <a:solidFill>
                  <a:schemeClr val="bg2"/>
                </a:solidFill>
                <a:latin typeface="Times New Roman" panose="02020603050405020304" pitchFamily="18" charset="0"/>
                <a:cs typeface="Times New Roman" panose="02020603050405020304" pitchFamily="18" charset="0"/>
              </a:rPr>
              <a:t>Content</a:t>
            </a:r>
            <a:r>
              <a:rPr lang="en-US" sz="4000">
                <a:solidFill>
                  <a:schemeClr val="bg2"/>
                </a:solidFill>
                <a:latin typeface="Times New Roman" panose="02020603050405020304" pitchFamily="18" charset="0"/>
                <a:cs typeface="Times New Roman" panose="02020603050405020304" pitchFamily="18" charset="0"/>
              </a:rPr>
              <a:t> :</a:t>
            </a:r>
          </a:p>
        </p:txBody>
      </p:sp>
      <p:sp>
        <p:nvSpPr>
          <p:cNvPr id="8" name="Rectangle: Rounded Corners 7">
            <a:extLst>
              <a:ext uri="{FF2B5EF4-FFF2-40B4-BE49-F238E27FC236}">
                <a16:creationId xmlns:a16="http://schemas.microsoft.com/office/drawing/2014/main" id="{7C1CB2F8-24E8-44F0-8695-757F381190F9}"/>
              </a:ext>
            </a:extLst>
          </p:cNvPr>
          <p:cNvSpPr/>
          <p:nvPr/>
        </p:nvSpPr>
        <p:spPr>
          <a:xfrm>
            <a:off x="1729942" y="4513958"/>
            <a:ext cx="2343150" cy="985112"/>
          </a:xfrm>
          <a:prstGeom prst="roundRect">
            <a:avLst/>
          </a:prstGeom>
          <a:solidFill>
            <a:srgbClr val="86BC25"/>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spcBef>
                <a:spcPts val="450"/>
              </a:spcBef>
              <a:defRPr/>
            </a:pPr>
            <a:r>
              <a:rPr lang="en-US" sz="1500" b="1">
                <a:solidFill>
                  <a:schemeClr val="tx1"/>
                </a:solidFill>
                <a:latin typeface="Times New Roman" panose="02020603050405020304" pitchFamily="18" charset="0"/>
                <a:cs typeface="Times New Roman" panose="02020603050405020304" pitchFamily="18" charset="0"/>
              </a:rPr>
              <a:t>3. About the Data Set</a:t>
            </a: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10" name="Rectangle 9">
            <a:extLst>
              <a:ext uri="{FF2B5EF4-FFF2-40B4-BE49-F238E27FC236}">
                <a16:creationId xmlns:a16="http://schemas.microsoft.com/office/drawing/2014/main" id="{49DF06B0-65A2-4564-928E-EA0FE23B3AA4}"/>
              </a:ext>
            </a:extLst>
          </p:cNvPr>
          <p:cNvSpPr/>
          <p:nvPr/>
        </p:nvSpPr>
        <p:spPr>
          <a:xfrm>
            <a:off x="4727129" y="3084293"/>
            <a:ext cx="79346" cy="4245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11" name="Rectangle: Rounded Corners 10">
            <a:extLst>
              <a:ext uri="{FF2B5EF4-FFF2-40B4-BE49-F238E27FC236}">
                <a16:creationId xmlns:a16="http://schemas.microsoft.com/office/drawing/2014/main" id="{55CD4FE1-2C22-4A6D-AB7F-3BC3F74F6BC6}"/>
              </a:ext>
            </a:extLst>
          </p:cNvPr>
          <p:cNvSpPr/>
          <p:nvPr/>
        </p:nvSpPr>
        <p:spPr>
          <a:xfrm>
            <a:off x="7480220" y="535128"/>
            <a:ext cx="2035629" cy="755894"/>
          </a:xfrm>
          <a:prstGeom prst="roundRect">
            <a:avLst/>
          </a:prstGeom>
          <a:solidFill>
            <a:srgbClr val="86BC25"/>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685800">
              <a:spcBef>
                <a:spcPts val="450"/>
              </a:spcBef>
              <a:defRPr/>
            </a:pPr>
            <a:r>
              <a:rPr lang="en-US" sz="1500" b="1">
                <a:solidFill>
                  <a:schemeClr val="tx1"/>
                </a:solidFill>
                <a:latin typeface="Times New Roman"/>
                <a:cs typeface="Times New Roman"/>
              </a:rPr>
              <a:t>11. Machine Learning Model Building </a:t>
            </a:r>
            <a:endParaRPr lang="en-US" sz="1500" b="1">
              <a:solidFill>
                <a:schemeClr val="tx1"/>
              </a:solidFill>
              <a:latin typeface="Times New Roman" panose="02020603050405020304" pitchFamily="18" charset="0"/>
              <a:cs typeface="Times New Roman" panose="02020603050405020304" pitchFamily="18" charset="0"/>
            </a:endParaRP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12" name="Rectangle 11">
            <a:extLst>
              <a:ext uri="{FF2B5EF4-FFF2-40B4-BE49-F238E27FC236}">
                <a16:creationId xmlns:a16="http://schemas.microsoft.com/office/drawing/2014/main" id="{576E9BF9-7247-47B1-878E-FE79F323CEED}"/>
              </a:ext>
            </a:extLst>
          </p:cNvPr>
          <p:cNvSpPr/>
          <p:nvPr/>
        </p:nvSpPr>
        <p:spPr>
          <a:xfrm>
            <a:off x="8374734" y="1286340"/>
            <a:ext cx="79346" cy="49755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13" name="Rectangle: Rounded Corners 22">
            <a:extLst>
              <a:ext uri="{FF2B5EF4-FFF2-40B4-BE49-F238E27FC236}">
                <a16:creationId xmlns:a16="http://schemas.microsoft.com/office/drawing/2014/main" id="{62600402-EF1F-48E7-8B36-5F84FC3D10E9}"/>
              </a:ext>
            </a:extLst>
          </p:cNvPr>
          <p:cNvSpPr/>
          <p:nvPr/>
        </p:nvSpPr>
        <p:spPr>
          <a:xfrm>
            <a:off x="5419735" y="4447000"/>
            <a:ext cx="1844935" cy="755893"/>
          </a:xfrm>
          <a:prstGeom prst="roundRect">
            <a:avLst/>
          </a:prstGeom>
          <a:solidFill>
            <a:srgbClr val="86BC25"/>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685800">
              <a:spcBef>
                <a:spcPts val="450"/>
              </a:spcBef>
              <a:defRPr/>
            </a:pPr>
            <a:r>
              <a:rPr lang="en-US" sz="1500" b="1">
                <a:solidFill>
                  <a:schemeClr val="tx1"/>
                </a:solidFill>
                <a:latin typeface="Times New Roman" panose="02020603050405020304" pitchFamily="18" charset="0"/>
                <a:cs typeface="Times New Roman" panose="02020603050405020304" pitchFamily="18" charset="0"/>
              </a:rPr>
              <a:t>2. Project Objective and Our Approach</a:t>
            </a: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14" name="Rectangle 13">
            <a:extLst>
              <a:ext uri="{FF2B5EF4-FFF2-40B4-BE49-F238E27FC236}">
                <a16:creationId xmlns:a16="http://schemas.microsoft.com/office/drawing/2014/main" id="{97EFE726-31F5-40F3-BCA4-CCD314220E95}"/>
              </a:ext>
            </a:extLst>
          </p:cNvPr>
          <p:cNvSpPr/>
          <p:nvPr/>
        </p:nvSpPr>
        <p:spPr>
          <a:xfrm>
            <a:off x="6205295" y="5215423"/>
            <a:ext cx="79346" cy="3428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15" name="Rectangle: Rounded Corners 14">
            <a:extLst>
              <a:ext uri="{FF2B5EF4-FFF2-40B4-BE49-F238E27FC236}">
                <a16:creationId xmlns:a16="http://schemas.microsoft.com/office/drawing/2014/main" id="{A4431FBD-E49B-404E-BDF7-F77774A2A2EB}"/>
              </a:ext>
            </a:extLst>
          </p:cNvPr>
          <p:cNvSpPr/>
          <p:nvPr/>
        </p:nvSpPr>
        <p:spPr>
          <a:xfrm>
            <a:off x="4038280" y="2125512"/>
            <a:ext cx="1600238" cy="906198"/>
          </a:xfrm>
          <a:prstGeom prst="roundRect">
            <a:avLst/>
          </a:prstGeom>
          <a:solidFill>
            <a:srgbClr val="92D050"/>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spcBef>
                <a:spcPts val="450"/>
              </a:spcBef>
              <a:defRPr/>
            </a:pPr>
            <a:endParaRPr lang="en-US" sz="1500" b="1">
              <a:solidFill>
                <a:schemeClr val="tx1"/>
              </a:solidFill>
              <a:latin typeface="Times New Roman"/>
              <a:cs typeface="Times New Roman"/>
            </a:endParaRPr>
          </a:p>
          <a:p>
            <a:pPr algn="ctr" defTabSz="685800">
              <a:spcBef>
                <a:spcPts val="450"/>
              </a:spcBef>
              <a:defRPr/>
            </a:pPr>
            <a:r>
              <a:rPr lang="en-US" sz="1500" b="1">
                <a:solidFill>
                  <a:schemeClr val="tx1"/>
                </a:solidFill>
                <a:latin typeface="Times New Roman"/>
                <a:cs typeface="Times New Roman"/>
              </a:rPr>
              <a:t>7. SQL – ER Diagram &amp; ER Schema</a:t>
            </a:r>
            <a:endParaRPr lang="en-US" sz="1500" b="1">
              <a:solidFill>
                <a:schemeClr val="tx1"/>
              </a:solidFill>
              <a:latin typeface="Times New Roman" panose="02020603050405020304" pitchFamily="18" charset="0"/>
              <a:cs typeface="Times New Roman" panose="02020603050405020304" pitchFamily="18" charset="0"/>
            </a:endParaRP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4" name="Rectangle: Rounded Corners 3">
            <a:extLst>
              <a:ext uri="{FF2B5EF4-FFF2-40B4-BE49-F238E27FC236}">
                <a16:creationId xmlns:a16="http://schemas.microsoft.com/office/drawing/2014/main" id="{05DB457B-5FFA-C649-8C2B-4C1826A53C10}"/>
              </a:ext>
            </a:extLst>
          </p:cNvPr>
          <p:cNvSpPr/>
          <p:nvPr/>
        </p:nvSpPr>
        <p:spPr>
          <a:xfrm>
            <a:off x="7584109" y="5074103"/>
            <a:ext cx="2035629" cy="849935"/>
          </a:xfrm>
          <a:prstGeom prst="roundRect">
            <a:avLst/>
          </a:prstGeom>
          <a:solidFill>
            <a:srgbClr val="86BC25"/>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spcBef>
                <a:spcPts val="450"/>
              </a:spcBef>
              <a:defRPr/>
            </a:pPr>
            <a:r>
              <a:rPr lang="en-US" sz="1500" b="1">
                <a:solidFill>
                  <a:schemeClr val="tx1"/>
                </a:solidFill>
                <a:latin typeface="Times New Roman" panose="02020603050405020304" pitchFamily="18" charset="0"/>
                <a:cs typeface="Times New Roman" panose="02020603050405020304" pitchFamily="18" charset="0"/>
              </a:rPr>
              <a:t>1. Problem Statement</a:t>
            </a:r>
          </a:p>
          <a:p>
            <a:pPr algn="ctr" defTabSz="685800">
              <a:spcBef>
                <a:spcPts val="450"/>
              </a:spcBef>
              <a:defRPr/>
            </a:pPr>
            <a:endParaRPr lang="en-US" sz="975" b="1">
              <a:solidFill>
                <a:srgbClr val="000000"/>
              </a:solidFill>
              <a:ea typeface="Open Sans Light" panose="020B0306030504020204" pitchFamily="34" charset="0"/>
              <a:cs typeface="Open Sans Light" panose="020B0306030504020204" pitchFamily="34" charset="0"/>
            </a:endParaRPr>
          </a:p>
        </p:txBody>
      </p:sp>
      <p:sp>
        <p:nvSpPr>
          <p:cNvPr id="18" name="Rectangle: Rounded Corners 17">
            <a:extLst>
              <a:ext uri="{FF2B5EF4-FFF2-40B4-BE49-F238E27FC236}">
                <a16:creationId xmlns:a16="http://schemas.microsoft.com/office/drawing/2014/main" id="{A334395C-3A7F-70D4-FF27-8535C8659CD1}"/>
              </a:ext>
            </a:extLst>
          </p:cNvPr>
          <p:cNvSpPr/>
          <p:nvPr/>
        </p:nvSpPr>
        <p:spPr>
          <a:xfrm>
            <a:off x="9727685" y="595399"/>
            <a:ext cx="1750830" cy="742208"/>
          </a:xfrm>
          <a:prstGeom prst="roundRect">
            <a:avLst/>
          </a:prstGeom>
          <a:solidFill>
            <a:srgbClr val="92D050"/>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tx1"/>
                </a:solidFill>
                <a:latin typeface="Times New Roman"/>
                <a:cs typeface="Times New Roman"/>
              </a:rPr>
              <a:t>12. Model Evaluation</a:t>
            </a:r>
            <a:endParaRPr lang="en-US" sz="1500" b="1">
              <a:solidFill>
                <a:schemeClr val="tx1"/>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9BF05109-11AF-9AE9-16AB-CD1196EE346D}"/>
              </a:ext>
            </a:extLst>
          </p:cNvPr>
          <p:cNvSpPr/>
          <p:nvPr/>
        </p:nvSpPr>
        <p:spPr>
          <a:xfrm>
            <a:off x="8498035" y="5924039"/>
            <a:ext cx="45719" cy="3800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22" name="Rectangle 21">
            <a:extLst>
              <a:ext uri="{FF2B5EF4-FFF2-40B4-BE49-F238E27FC236}">
                <a16:creationId xmlns:a16="http://schemas.microsoft.com/office/drawing/2014/main" id="{D161EFE7-8752-6ADA-B922-63CC5C7F207E}"/>
              </a:ext>
            </a:extLst>
          </p:cNvPr>
          <p:cNvSpPr/>
          <p:nvPr/>
        </p:nvSpPr>
        <p:spPr>
          <a:xfrm>
            <a:off x="10468504" y="1396444"/>
            <a:ext cx="57610" cy="4245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24" name="Rectangle 23">
            <a:extLst>
              <a:ext uri="{FF2B5EF4-FFF2-40B4-BE49-F238E27FC236}">
                <a16:creationId xmlns:a16="http://schemas.microsoft.com/office/drawing/2014/main" id="{1C9A86A5-3B0E-B61C-6D1D-0A905DCB5614}"/>
              </a:ext>
            </a:extLst>
          </p:cNvPr>
          <p:cNvSpPr/>
          <p:nvPr/>
        </p:nvSpPr>
        <p:spPr>
          <a:xfrm>
            <a:off x="2948251" y="5514232"/>
            <a:ext cx="79346" cy="563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26" name="Rectangle: Rounded Corners 25">
            <a:extLst>
              <a:ext uri="{FF2B5EF4-FFF2-40B4-BE49-F238E27FC236}">
                <a16:creationId xmlns:a16="http://schemas.microsoft.com/office/drawing/2014/main" id="{10A1685B-00C7-4F57-57B5-980085DDA8EC}"/>
              </a:ext>
            </a:extLst>
          </p:cNvPr>
          <p:cNvSpPr/>
          <p:nvPr/>
        </p:nvSpPr>
        <p:spPr>
          <a:xfrm>
            <a:off x="419032" y="3427192"/>
            <a:ext cx="2035629" cy="755894"/>
          </a:xfrm>
          <a:prstGeom prst="roundRect">
            <a:avLst/>
          </a:prstGeom>
          <a:solidFill>
            <a:srgbClr val="86BC25"/>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685800">
              <a:spcBef>
                <a:spcPts val="450"/>
              </a:spcBef>
              <a:defRPr/>
            </a:pPr>
            <a:r>
              <a:rPr lang="en-US" sz="1500" b="1">
                <a:solidFill>
                  <a:schemeClr val="tx1"/>
                </a:solidFill>
                <a:latin typeface="Times New Roman"/>
                <a:cs typeface="Times New Roman"/>
              </a:rPr>
              <a:t>5. Data Preprocessing</a:t>
            </a: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28" name="Rectangle 27">
            <a:extLst>
              <a:ext uri="{FF2B5EF4-FFF2-40B4-BE49-F238E27FC236}">
                <a16:creationId xmlns:a16="http://schemas.microsoft.com/office/drawing/2014/main" id="{DB811DF5-BDBE-AC8E-BC31-E59C4E12C5B0}"/>
              </a:ext>
            </a:extLst>
          </p:cNvPr>
          <p:cNvSpPr/>
          <p:nvPr/>
        </p:nvSpPr>
        <p:spPr>
          <a:xfrm>
            <a:off x="1326560" y="4240019"/>
            <a:ext cx="79346" cy="3428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30" name="Rectangle: Rounded Corners 29">
            <a:extLst>
              <a:ext uri="{FF2B5EF4-FFF2-40B4-BE49-F238E27FC236}">
                <a16:creationId xmlns:a16="http://schemas.microsoft.com/office/drawing/2014/main" id="{B7CE3B43-8128-2784-B696-15621CA768B1}"/>
              </a:ext>
            </a:extLst>
          </p:cNvPr>
          <p:cNvSpPr/>
          <p:nvPr/>
        </p:nvSpPr>
        <p:spPr>
          <a:xfrm>
            <a:off x="6096000" y="2310391"/>
            <a:ext cx="2035629" cy="755894"/>
          </a:xfrm>
          <a:prstGeom prst="roundRect">
            <a:avLst/>
          </a:prstGeom>
          <a:solidFill>
            <a:srgbClr val="92D050"/>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685800">
              <a:spcBef>
                <a:spcPts val="450"/>
              </a:spcBef>
              <a:defRPr/>
            </a:pPr>
            <a:r>
              <a:rPr lang="en-US" sz="1500" b="1">
                <a:solidFill>
                  <a:schemeClr val="tx1"/>
                </a:solidFill>
                <a:latin typeface="Times New Roman"/>
                <a:cs typeface="Times New Roman"/>
              </a:rPr>
              <a:t>8. Power BI Visualization</a:t>
            </a:r>
            <a:endParaRPr lang="en-US" sz="1500" b="1">
              <a:solidFill>
                <a:schemeClr val="tx1"/>
              </a:solidFill>
              <a:latin typeface="Times New Roman" panose="02020603050405020304" pitchFamily="18" charset="0"/>
              <a:cs typeface="Times New Roman" panose="02020603050405020304" pitchFamily="18" charset="0"/>
            </a:endParaRP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32" name="Rectangle 31">
            <a:extLst>
              <a:ext uri="{FF2B5EF4-FFF2-40B4-BE49-F238E27FC236}">
                <a16:creationId xmlns:a16="http://schemas.microsoft.com/office/drawing/2014/main" id="{84768E60-0BBB-AF0E-DB7F-1E0528457734}"/>
              </a:ext>
            </a:extLst>
          </p:cNvPr>
          <p:cNvSpPr/>
          <p:nvPr/>
        </p:nvSpPr>
        <p:spPr>
          <a:xfrm>
            <a:off x="7074141" y="3084293"/>
            <a:ext cx="79346" cy="3428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34" name="Rectangle: Rounded Corners 33">
            <a:extLst>
              <a:ext uri="{FF2B5EF4-FFF2-40B4-BE49-F238E27FC236}">
                <a16:creationId xmlns:a16="http://schemas.microsoft.com/office/drawing/2014/main" id="{036BCB9C-7445-27AD-6C2A-F04BB59C986D}"/>
              </a:ext>
            </a:extLst>
          </p:cNvPr>
          <p:cNvSpPr/>
          <p:nvPr/>
        </p:nvSpPr>
        <p:spPr>
          <a:xfrm>
            <a:off x="5419735" y="852822"/>
            <a:ext cx="1469558" cy="755894"/>
          </a:xfrm>
          <a:prstGeom prst="roundRect">
            <a:avLst/>
          </a:prstGeom>
          <a:solidFill>
            <a:srgbClr val="92D050"/>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tx1"/>
                </a:solidFill>
                <a:latin typeface="Times New Roman"/>
                <a:cs typeface="Times New Roman"/>
              </a:rPr>
              <a:t>10. AWS </a:t>
            </a:r>
            <a:endParaRPr lang="en-US" sz="1500" b="1">
              <a:solidFill>
                <a:schemeClr val="tx1"/>
              </a:solidFill>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5F23C9E4-9FC6-5E8D-B06D-93DCEAEFD9D8}"/>
              </a:ext>
            </a:extLst>
          </p:cNvPr>
          <p:cNvSpPr/>
          <p:nvPr/>
        </p:nvSpPr>
        <p:spPr>
          <a:xfrm>
            <a:off x="6151018" y="1608716"/>
            <a:ext cx="79346" cy="563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38" name="Rectangle: Rounded Corners 37">
            <a:extLst>
              <a:ext uri="{FF2B5EF4-FFF2-40B4-BE49-F238E27FC236}">
                <a16:creationId xmlns:a16="http://schemas.microsoft.com/office/drawing/2014/main" id="{7B70541B-2E7D-52A6-0AC8-28A2375418EA}"/>
              </a:ext>
            </a:extLst>
          </p:cNvPr>
          <p:cNvSpPr/>
          <p:nvPr/>
        </p:nvSpPr>
        <p:spPr>
          <a:xfrm>
            <a:off x="8878173" y="2125511"/>
            <a:ext cx="2700339" cy="757440"/>
          </a:xfrm>
          <a:prstGeom prst="roundRect">
            <a:avLst/>
          </a:prstGeom>
          <a:solidFill>
            <a:srgbClr val="86BC25"/>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spcBef>
                <a:spcPts val="450"/>
              </a:spcBef>
              <a:defRPr/>
            </a:pPr>
            <a:r>
              <a:rPr lang="en-US" sz="1500" b="1">
                <a:solidFill>
                  <a:schemeClr val="tx1"/>
                </a:solidFill>
                <a:latin typeface="Times New Roman"/>
                <a:cs typeface="Times New Roman"/>
              </a:rPr>
              <a:t>9. Big Data Analysis Using </a:t>
            </a:r>
            <a:r>
              <a:rPr lang="en-US" sz="1500" b="1" err="1">
                <a:solidFill>
                  <a:schemeClr val="tx1"/>
                </a:solidFill>
                <a:latin typeface="Times New Roman"/>
                <a:cs typeface="Times New Roman"/>
              </a:rPr>
              <a:t>PySpark</a:t>
            </a:r>
            <a:r>
              <a:rPr lang="en-US" sz="1500" b="1">
                <a:solidFill>
                  <a:schemeClr val="tx1"/>
                </a:solidFill>
                <a:latin typeface="Times New Roman"/>
                <a:cs typeface="Times New Roman"/>
              </a:rPr>
              <a:t> and Hive</a:t>
            </a: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40" name="Rectangle 39">
            <a:extLst>
              <a:ext uri="{FF2B5EF4-FFF2-40B4-BE49-F238E27FC236}">
                <a16:creationId xmlns:a16="http://schemas.microsoft.com/office/drawing/2014/main" id="{44DDF453-F7DF-B60E-5EA7-F7B5A01710D0}"/>
              </a:ext>
            </a:extLst>
          </p:cNvPr>
          <p:cNvSpPr/>
          <p:nvPr/>
        </p:nvSpPr>
        <p:spPr>
          <a:xfrm>
            <a:off x="9973735" y="2882952"/>
            <a:ext cx="79346" cy="4245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42" name="Rectangle: Rounded Corners 41">
            <a:extLst>
              <a:ext uri="{FF2B5EF4-FFF2-40B4-BE49-F238E27FC236}">
                <a16:creationId xmlns:a16="http://schemas.microsoft.com/office/drawing/2014/main" id="{31591890-9E9C-E188-18ED-A3FB86AA4183}"/>
              </a:ext>
            </a:extLst>
          </p:cNvPr>
          <p:cNvSpPr/>
          <p:nvPr/>
        </p:nvSpPr>
        <p:spPr>
          <a:xfrm>
            <a:off x="4168960" y="3689155"/>
            <a:ext cx="1469558" cy="581587"/>
          </a:xfrm>
          <a:prstGeom prst="roundRect">
            <a:avLst/>
          </a:prstGeom>
          <a:solidFill>
            <a:srgbClr val="92D050"/>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685800">
              <a:spcBef>
                <a:spcPts val="450"/>
              </a:spcBef>
              <a:defRPr/>
            </a:pPr>
            <a:r>
              <a:rPr lang="en-US" sz="1500" b="1">
                <a:solidFill>
                  <a:schemeClr val="tx1"/>
                </a:solidFill>
                <a:latin typeface="Times New Roman" panose="02020603050405020304" pitchFamily="18" charset="0"/>
                <a:cs typeface="Times New Roman" panose="02020603050405020304" pitchFamily="18" charset="0"/>
              </a:rPr>
              <a:t>4. Data Cleaning</a:t>
            </a: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44" name="Rectangle 43">
            <a:extLst>
              <a:ext uri="{FF2B5EF4-FFF2-40B4-BE49-F238E27FC236}">
                <a16:creationId xmlns:a16="http://schemas.microsoft.com/office/drawing/2014/main" id="{313E7099-6ABE-7B28-F835-D689269DA0D8}"/>
              </a:ext>
            </a:extLst>
          </p:cNvPr>
          <p:cNvSpPr/>
          <p:nvPr/>
        </p:nvSpPr>
        <p:spPr>
          <a:xfrm>
            <a:off x="4766802" y="4300443"/>
            <a:ext cx="79346" cy="3428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
        <p:nvSpPr>
          <p:cNvPr id="46" name="Rectangle: Rounded Corners 45">
            <a:extLst>
              <a:ext uri="{FF2B5EF4-FFF2-40B4-BE49-F238E27FC236}">
                <a16:creationId xmlns:a16="http://schemas.microsoft.com/office/drawing/2014/main" id="{1AC63BAE-BF56-19FD-9E43-C7D6EA6798FA}"/>
              </a:ext>
            </a:extLst>
          </p:cNvPr>
          <p:cNvSpPr/>
          <p:nvPr/>
        </p:nvSpPr>
        <p:spPr>
          <a:xfrm>
            <a:off x="1655676" y="2502949"/>
            <a:ext cx="1747934" cy="563336"/>
          </a:xfrm>
          <a:prstGeom prst="roundRect">
            <a:avLst/>
          </a:prstGeom>
          <a:solidFill>
            <a:srgbClr val="86BC25"/>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spcBef>
                <a:spcPts val="450"/>
              </a:spcBef>
              <a:defRPr/>
            </a:pPr>
            <a:endParaRPr lang="en-US" sz="1500" b="1">
              <a:solidFill>
                <a:schemeClr val="tx1"/>
              </a:solidFill>
              <a:latin typeface="Times New Roman"/>
              <a:cs typeface="Times New Roman"/>
            </a:endParaRPr>
          </a:p>
          <a:p>
            <a:pPr algn="ctr" defTabSz="685800">
              <a:spcBef>
                <a:spcPts val="450"/>
              </a:spcBef>
              <a:defRPr/>
            </a:pPr>
            <a:r>
              <a:rPr lang="en-US" sz="1500" b="1">
                <a:solidFill>
                  <a:schemeClr val="tx1"/>
                </a:solidFill>
                <a:latin typeface="Times New Roman"/>
                <a:cs typeface="Times New Roman"/>
              </a:rPr>
              <a:t>6. Feature Engineering</a:t>
            </a:r>
            <a:endParaRPr lang="en-US" sz="1500" b="1">
              <a:solidFill>
                <a:schemeClr val="tx1"/>
              </a:solidFill>
              <a:latin typeface="Times New Roman" panose="02020603050405020304" pitchFamily="18" charset="0"/>
              <a:cs typeface="Times New Roman" panose="02020603050405020304" pitchFamily="18" charset="0"/>
            </a:endParaRPr>
          </a:p>
          <a:p>
            <a:pPr algn="ctr" defTabSz="685800">
              <a:spcBef>
                <a:spcPts val="450"/>
              </a:spcBef>
              <a:defRPr/>
            </a:pPr>
            <a:endParaRPr lang="en-US" sz="1500" b="1">
              <a:solidFill>
                <a:schemeClr val="tx1"/>
              </a:solidFill>
              <a:ea typeface="Open Sans Light" panose="020B0306030504020204" pitchFamily="34" charset="0"/>
              <a:cs typeface="Open Sans Light" panose="020B0306030504020204" pitchFamily="34" charset="0"/>
            </a:endParaRPr>
          </a:p>
        </p:txBody>
      </p:sp>
      <p:sp>
        <p:nvSpPr>
          <p:cNvPr id="48" name="Rectangle 47">
            <a:extLst>
              <a:ext uri="{FF2B5EF4-FFF2-40B4-BE49-F238E27FC236}">
                <a16:creationId xmlns:a16="http://schemas.microsoft.com/office/drawing/2014/main" id="{3ABDD4E7-4D51-8C49-D5BE-7E51C565854E}"/>
              </a:ext>
            </a:extLst>
          </p:cNvPr>
          <p:cNvSpPr/>
          <p:nvPr/>
        </p:nvSpPr>
        <p:spPr>
          <a:xfrm>
            <a:off x="2656356" y="3084293"/>
            <a:ext cx="79346" cy="563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srgbClr val="FFFFFF"/>
              </a:solidFill>
              <a:latin typeface="Open Sans"/>
            </a:endParaRPr>
          </a:p>
        </p:txBody>
      </p:sp>
    </p:spTree>
    <p:extLst>
      <p:ext uri="{BB962C8B-B14F-4D97-AF65-F5344CB8AC3E}">
        <p14:creationId xmlns:p14="http://schemas.microsoft.com/office/powerpoint/2010/main" val="35975195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98000"/>
          </a:schemeClr>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543793" y="-796202"/>
            <a:ext cx="10418233" cy="1592403"/>
          </a:xfrm>
        </p:spPr>
        <p:txBody>
          <a:bodyPr/>
          <a:lstStyle/>
          <a:p>
            <a:r>
              <a:rPr lang="en-US" sz="4000" u="sng"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Statement : </a:t>
            </a:r>
          </a:p>
        </p:txBody>
      </p:sp>
      <p:sp>
        <p:nvSpPr>
          <p:cNvPr id="2" name="Text Placeholder 1"/>
          <p:cNvSpPr>
            <a:spLocks noGrp="1"/>
          </p:cNvSpPr>
          <p:nvPr>
            <p:ph type="body" idx="1"/>
          </p:nvPr>
        </p:nvSpPr>
        <p:spPr>
          <a:xfrm>
            <a:off x="444641" y="1625438"/>
            <a:ext cx="10418235" cy="1566532"/>
          </a:xfrm>
        </p:spPr>
        <p:txBody>
          <a:bodyPr/>
          <a:lstStyle/>
          <a:p>
            <a:r>
              <a:rPr lang="en-US" sz="240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TalentXcel</a:t>
            </a:r>
            <a:r>
              <a:rPr lang="en-US" sz="24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Solutions Pvt Ltd understands that client service heavily relies on the quality of the people involved in delivering business outcomes. One of the prominent challenges faced by </a:t>
            </a:r>
            <a:r>
              <a:rPr lang="en-US" sz="240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HRWorks</a:t>
            </a:r>
            <a:r>
              <a:rPr lang="en-US" sz="24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and its clients revolves around effectively managing a high-quality workforce. Despite investing significant time and effort into creating a supportive and thriving work environment, organizations often experience employee attrition as individuals seek better opportunities elsewhere. This cycle of attrition necessitates constant recruitment efforts, resulting in a continuous loop of hiring and the associated costs and disruptions.</a:t>
            </a:r>
          </a:p>
          <a:p>
            <a:r>
              <a:rPr lang="en-US" sz="2400" noProof="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That’s why a Predictive Model is required to Check a particular candidate is willing to Join or Not before hand. </a:t>
            </a:r>
          </a:p>
        </p:txBody>
      </p:sp>
      <p:sp>
        <p:nvSpPr>
          <p:cNvPr id="3" name="Rectangle 2">
            <a:extLst>
              <a:ext uri="{FF2B5EF4-FFF2-40B4-BE49-F238E27FC236}">
                <a16:creationId xmlns:a16="http://schemas.microsoft.com/office/drawing/2014/main" id="{62AA4B91-3362-C53F-786A-BB26EF73A2B6}"/>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a:solidFill>
                <a:schemeClr val="bg1"/>
              </a:solidFill>
            </a:endParaRPr>
          </a:p>
        </p:txBody>
      </p:sp>
      <p:sp>
        <p:nvSpPr>
          <p:cNvPr id="5" name="Rectangle 4">
            <a:extLst>
              <a:ext uri="{FF2B5EF4-FFF2-40B4-BE49-F238E27FC236}">
                <a16:creationId xmlns:a16="http://schemas.microsoft.com/office/drawing/2014/main" id="{64CF8733-DB79-9912-E57D-0AFA0529FF63}"/>
              </a:ext>
            </a:extLst>
          </p:cNvPr>
          <p:cNvSpPr/>
          <p:nvPr/>
        </p:nvSpPr>
        <p:spPr bwMode="gray">
          <a:xfrm>
            <a:off x="8594436" y="64977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425525645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FE2F23-B7F4-9641-1B89-5889CAD1272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94F96CA-1FA0-E437-1A00-D273A04D8B98}"/>
              </a:ext>
            </a:extLst>
          </p:cNvPr>
          <p:cNvSpPr>
            <a:spLocks noGrp="1"/>
          </p:cNvSpPr>
          <p:nvPr>
            <p:ph type="title"/>
          </p:nvPr>
        </p:nvSpPr>
        <p:spPr>
          <a:xfrm>
            <a:off x="368300" y="-883630"/>
            <a:ext cx="10418233" cy="1592403"/>
          </a:xfrm>
        </p:spPr>
        <p:txBody>
          <a:bodyPr/>
          <a:lstStyle/>
          <a:p>
            <a:r>
              <a:rPr lang="en-US" sz="4000" u="sng"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Objective :</a:t>
            </a:r>
          </a:p>
        </p:txBody>
      </p:sp>
      <p:sp>
        <p:nvSpPr>
          <p:cNvPr id="2" name="Text Placeholder 1">
            <a:extLst>
              <a:ext uri="{FF2B5EF4-FFF2-40B4-BE49-F238E27FC236}">
                <a16:creationId xmlns:a16="http://schemas.microsoft.com/office/drawing/2014/main" id="{CCD35FB0-CC3E-6A9D-1B22-0BBBCBC26E2B}"/>
              </a:ext>
            </a:extLst>
          </p:cNvPr>
          <p:cNvSpPr>
            <a:spLocks noGrp="1"/>
          </p:cNvSpPr>
          <p:nvPr>
            <p:ph type="body" idx="1"/>
          </p:nvPr>
        </p:nvSpPr>
        <p:spPr>
          <a:xfrm>
            <a:off x="368298" y="934473"/>
            <a:ext cx="10418235" cy="2006718"/>
          </a:xfrm>
        </p:spPr>
        <p:txBody>
          <a:bodyPr/>
          <a:lstStyle/>
          <a:p>
            <a:pPr marL="285750" lvl="0" indent="-285750">
              <a:buFont typeface="Wingdings" panose="05000000000000000000" pitchFamily="2" charset="2"/>
              <a:buChar char="Ø"/>
            </a:pP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Develop a robust predictive model that accurately assesses the likelihood of a candidate joining a company after accepting a job offer</a:t>
            </a:r>
          </a:p>
          <a:p>
            <a:pPr marL="285750" lvl="0" indent="-285750">
              <a:buFont typeface="Wingdings" panose="05000000000000000000" pitchFamily="2" charset="2"/>
              <a:buChar char="Ø"/>
            </a:pP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Enable organizations to optimize their talent acquisition strategies and minimize resource wastage</a:t>
            </a:r>
          </a:p>
          <a:p>
            <a:pPr marL="285750" lvl="0" indent="-285750">
              <a:buFont typeface="Wingdings" panose="05000000000000000000" pitchFamily="2" charset="2"/>
              <a:buChar char="Ø"/>
            </a:pP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Classify candidates as </a:t>
            </a:r>
            <a:r>
              <a:rPr lang="en-US"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"Joined"</a:t>
            </a: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or </a:t>
            </a:r>
            <a:r>
              <a:rPr lang="en-US" sz="2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"Not Joined"</a:t>
            </a: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and gain valuable insights into the factors influencing candidate decisions</a:t>
            </a:r>
          </a:p>
          <a:p>
            <a:pPr marL="285750" lvl="0" indent="-285750">
              <a:buFont typeface="Wingdings" panose="05000000000000000000" pitchFamily="2" charset="2"/>
              <a:buChar char="Ø"/>
            </a:pPr>
            <a:r>
              <a:rPr lang="en-US" sz="2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Help organizations break free from the cycle of attrition and continuous recruitment</a:t>
            </a:r>
          </a:p>
        </p:txBody>
      </p:sp>
      <p:sp>
        <p:nvSpPr>
          <p:cNvPr id="3" name="TextBox 2">
            <a:extLst>
              <a:ext uri="{FF2B5EF4-FFF2-40B4-BE49-F238E27FC236}">
                <a16:creationId xmlns:a16="http://schemas.microsoft.com/office/drawing/2014/main" id="{35B43E66-EB4C-8DF4-5543-16AE20A863DE}"/>
              </a:ext>
            </a:extLst>
          </p:cNvPr>
          <p:cNvSpPr txBox="1"/>
          <p:nvPr/>
        </p:nvSpPr>
        <p:spPr>
          <a:xfrm>
            <a:off x="368300" y="2992582"/>
            <a:ext cx="4221018" cy="615553"/>
          </a:xfrm>
          <a:prstGeom prst="rect">
            <a:avLst/>
          </a:prstGeom>
          <a:noFill/>
        </p:spPr>
        <p:txBody>
          <a:bodyPr wrap="square" lIns="0" tIns="0" rIns="0" bIns="0" rtlCol="0">
            <a:spAutoFit/>
          </a:bodyPr>
          <a:lstStyle/>
          <a:p>
            <a:pPr>
              <a:spcBef>
                <a:spcPts val="600"/>
              </a:spcBef>
              <a:buSzPct val="100000"/>
            </a:pPr>
            <a:r>
              <a:rPr lang="en-US" sz="4000" b="1" u="sng">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Our Approach :  </a:t>
            </a:r>
          </a:p>
        </p:txBody>
      </p:sp>
      <p:sp>
        <p:nvSpPr>
          <p:cNvPr id="4" name="TextBox 3">
            <a:extLst>
              <a:ext uri="{FF2B5EF4-FFF2-40B4-BE49-F238E27FC236}">
                <a16:creationId xmlns:a16="http://schemas.microsoft.com/office/drawing/2014/main" id="{8322C969-0DF1-4130-1CB1-F7FE7DA83171}"/>
              </a:ext>
            </a:extLst>
          </p:cNvPr>
          <p:cNvSpPr txBox="1"/>
          <p:nvPr/>
        </p:nvSpPr>
        <p:spPr>
          <a:xfrm>
            <a:off x="554181" y="3879273"/>
            <a:ext cx="10418233" cy="1938992"/>
          </a:xfrm>
          <a:prstGeom prst="rect">
            <a:avLst/>
          </a:prstGeom>
          <a:noFill/>
        </p:spPr>
        <p:txBody>
          <a:bodyPr wrap="square" lIns="0" tIns="0" rIns="0" bIns="0" rtlCol="0" anchor="t">
            <a:spAutoFit/>
          </a:bodyPr>
          <a:lstStyle/>
          <a:p>
            <a:pPr marL="514350" indent="-514350">
              <a:buFont typeface="+mj-lt"/>
              <a:buAutoNum type="romanUcPeriod"/>
            </a:pPr>
            <a:r>
              <a:rPr lang="en-US">
                <a:solidFill>
                  <a:schemeClr val="bg1"/>
                </a:solidFill>
                <a:latin typeface="Times New Roman"/>
                <a:cs typeface="Times New Roman"/>
              </a:rPr>
              <a:t>Integrated and cleaned </a:t>
            </a:r>
            <a:r>
              <a:rPr lang="en-US" b="1">
                <a:solidFill>
                  <a:schemeClr val="bg1"/>
                </a:solidFill>
                <a:latin typeface="Times New Roman"/>
                <a:cs typeface="Times New Roman"/>
              </a:rPr>
              <a:t>9 raw data files</a:t>
            </a:r>
            <a:r>
              <a:rPr lang="en-US">
                <a:solidFill>
                  <a:schemeClr val="bg1"/>
                </a:solidFill>
                <a:latin typeface="Times New Roman"/>
                <a:cs typeface="Times New Roman"/>
              </a:rPr>
              <a:t> to build a reliable, analysis-ready dataset.</a:t>
            </a:r>
          </a:p>
          <a:p>
            <a:pPr marL="514350" lvl="0" indent="-514350">
              <a:buFont typeface="+mj-lt"/>
              <a:buAutoNum type="romanUcPeriod"/>
            </a:pPr>
            <a:r>
              <a:rPr lang="en-US">
                <a:solidFill>
                  <a:schemeClr val="bg1"/>
                </a:solidFill>
                <a:latin typeface="Times New Roman" panose="02020603050405020304" pitchFamily="18" charset="0"/>
                <a:cs typeface="Times New Roman" panose="02020603050405020304" pitchFamily="18" charset="0"/>
              </a:rPr>
              <a:t>Performed </a:t>
            </a:r>
            <a:r>
              <a:rPr lang="en-US" b="1">
                <a:solidFill>
                  <a:schemeClr val="bg1"/>
                </a:solidFill>
                <a:latin typeface="Times New Roman" panose="02020603050405020304" pitchFamily="18" charset="0"/>
                <a:cs typeface="Times New Roman" panose="02020603050405020304" pitchFamily="18" charset="0"/>
              </a:rPr>
              <a:t>Data Cleaning and </a:t>
            </a:r>
            <a:r>
              <a:rPr lang="en-US" b="1" err="1">
                <a:solidFill>
                  <a:schemeClr val="bg1"/>
                </a:solidFill>
                <a:latin typeface="Times New Roman" panose="02020603050405020304" pitchFamily="18" charset="0"/>
                <a:cs typeface="Times New Roman" panose="02020603050405020304" pitchFamily="18" charset="0"/>
              </a:rPr>
              <a:t>PreProcessing</a:t>
            </a:r>
            <a:r>
              <a:rPr lang="en-US" b="1">
                <a:solidFill>
                  <a:schemeClr val="bg1"/>
                </a:solidFill>
                <a:latin typeface="Times New Roman" panose="02020603050405020304" pitchFamily="18" charset="0"/>
                <a:cs typeface="Times New Roman" panose="02020603050405020304" pitchFamily="18" charset="0"/>
              </a:rPr>
              <a:t> </a:t>
            </a:r>
            <a:r>
              <a:rPr lang="en-US">
                <a:solidFill>
                  <a:schemeClr val="bg1"/>
                </a:solidFill>
                <a:latin typeface="Times New Roman" panose="02020603050405020304" pitchFamily="18" charset="0"/>
                <a:cs typeface="Times New Roman" panose="02020603050405020304" pitchFamily="18" charset="0"/>
              </a:rPr>
              <a:t>to identify key factors influencing candidate joining decisions.</a:t>
            </a:r>
          </a:p>
          <a:p>
            <a:pPr marL="514350" lvl="0" indent="-514350">
              <a:buFont typeface="+mj-lt"/>
              <a:buAutoNum type="romanUcPeriod"/>
            </a:pPr>
            <a:r>
              <a:rPr lang="en-US">
                <a:solidFill>
                  <a:schemeClr val="bg1"/>
                </a:solidFill>
                <a:latin typeface="Times New Roman" panose="02020603050405020304" pitchFamily="18" charset="0"/>
                <a:cs typeface="Times New Roman" panose="02020603050405020304" pitchFamily="18" charset="0"/>
              </a:rPr>
              <a:t>Engineered new features and applied appropriate </a:t>
            </a:r>
            <a:r>
              <a:rPr lang="en-US" b="1">
                <a:solidFill>
                  <a:schemeClr val="bg1"/>
                </a:solidFill>
                <a:latin typeface="Times New Roman" panose="02020603050405020304" pitchFamily="18" charset="0"/>
                <a:cs typeface="Times New Roman" panose="02020603050405020304" pitchFamily="18" charset="0"/>
              </a:rPr>
              <a:t>encoding strategies</a:t>
            </a:r>
            <a:r>
              <a:rPr lang="en-US">
                <a:solidFill>
                  <a:schemeClr val="bg1"/>
                </a:solidFill>
                <a:latin typeface="Times New Roman" panose="02020603050405020304" pitchFamily="18" charset="0"/>
                <a:cs typeface="Times New Roman" panose="02020603050405020304" pitchFamily="18" charset="0"/>
              </a:rPr>
              <a:t> for model readiness.</a:t>
            </a:r>
          </a:p>
          <a:p>
            <a:pPr marL="514350" lvl="0" indent="-514350">
              <a:buFont typeface="+mj-lt"/>
              <a:buAutoNum type="romanUcPeriod"/>
            </a:pPr>
            <a:r>
              <a:rPr lang="en-US">
                <a:solidFill>
                  <a:schemeClr val="bg1"/>
                </a:solidFill>
                <a:latin typeface="Times New Roman" panose="02020603050405020304" pitchFamily="18" charset="0"/>
                <a:cs typeface="Times New Roman" panose="02020603050405020304" pitchFamily="18" charset="0"/>
              </a:rPr>
              <a:t>Addressed </a:t>
            </a:r>
            <a:r>
              <a:rPr lang="en-US" b="1">
                <a:solidFill>
                  <a:schemeClr val="bg1"/>
                </a:solidFill>
                <a:latin typeface="Times New Roman" panose="02020603050405020304" pitchFamily="18" charset="0"/>
                <a:cs typeface="Times New Roman" panose="02020603050405020304" pitchFamily="18" charset="0"/>
              </a:rPr>
              <a:t>class imbalance</a:t>
            </a:r>
            <a:r>
              <a:rPr lang="en-US">
                <a:solidFill>
                  <a:schemeClr val="bg1"/>
                </a:solidFill>
                <a:latin typeface="Times New Roman" panose="02020603050405020304" pitchFamily="18" charset="0"/>
                <a:cs typeface="Times New Roman" panose="02020603050405020304" pitchFamily="18" charset="0"/>
              </a:rPr>
              <a:t> using SMOTE to ensure unbiased model training.</a:t>
            </a:r>
          </a:p>
          <a:p>
            <a:pPr marL="514350" lvl="0" indent="-514350">
              <a:buFont typeface="+mj-lt"/>
              <a:buAutoNum type="romanUcPeriod"/>
            </a:pPr>
            <a:r>
              <a:rPr lang="en-US">
                <a:solidFill>
                  <a:schemeClr val="bg1"/>
                </a:solidFill>
                <a:latin typeface="Times New Roman" panose="02020603050405020304" pitchFamily="18" charset="0"/>
                <a:cs typeface="Times New Roman" panose="02020603050405020304" pitchFamily="18" charset="0"/>
              </a:rPr>
              <a:t>Trained and compared </a:t>
            </a:r>
            <a:r>
              <a:rPr lang="en-US" b="1">
                <a:solidFill>
                  <a:schemeClr val="bg1"/>
                </a:solidFill>
                <a:latin typeface="Times New Roman" panose="02020603050405020304" pitchFamily="18" charset="0"/>
                <a:cs typeface="Times New Roman" panose="02020603050405020304" pitchFamily="18" charset="0"/>
              </a:rPr>
              <a:t>6 ML models</a:t>
            </a:r>
            <a:r>
              <a:rPr lang="en-US">
                <a:solidFill>
                  <a:schemeClr val="bg1"/>
                </a:solidFill>
                <a:latin typeface="Times New Roman" panose="02020603050405020304" pitchFamily="18" charset="0"/>
                <a:cs typeface="Times New Roman" panose="02020603050405020304" pitchFamily="18" charset="0"/>
              </a:rPr>
              <a:t> evaluated on key classification metrics.</a:t>
            </a:r>
          </a:p>
          <a:p>
            <a:pPr marL="514350" lvl="0" indent="-514350">
              <a:buFont typeface="+mj-lt"/>
              <a:buAutoNum type="romanUcPeriod"/>
            </a:pPr>
            <a:r>
              <a:rPr lang="en-US">
                <a:solidFill>
                  <a:schemeClr val="bg1"/>
                </a:solidFill>
                <a:latin typeface="Times New Roman"/>
                <a:cs typeface="Times New Roman"/>
              </a:rPr>
              <a:t>Selected the best-performing model(s), and saved for Future use</a:t>
            </a:r>
            <a:r>
              <a:rPr lang="en-US" b="1">
                <a:solidFill>
                  <a:schemeClr val="bg1"/>
                </a:solidFill>
                <a:latin typeface="Times New Roman"/>
                <a:cs typeface="Times New Roman"/>
              </a:rPr>
              <a:t>.</a:t>
            </a:r>
            <a:endParaRPr lang="en-US">
              <a:solidFill>
                <a:schemeClr val="bg1"/>
              </a:solidFill>
              <a:latin typeface="Times New Roman"/>
              <a:cs typeface="Times New Roman"/>
            </a:endParaRPr>
          </a:p>
        </p:txBody>
      </p:sp>
      <p:sp>
        <p:nvSpPr>
          <p:cNvPr id="6" name="Rectangle 5">
            <a:extLst>
              <a:ext uri="{FF2B5EF4-FFF2-40B4-BE49-F238E27FC236}">
                <a16:creationId xmlns:a16="http://schemas.microsoft.com/office/drawing/2014/main" id="{BF1FF21A-27F2-9DE8-D752-3ACB4EBD17F5}"/>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Rectangle 7">
            <a:extLst>
              <a:ext uri="{FF2B5EF4-FFF2-40B4-BE49-F238E27FC236}">
                <a16:creationId xmlns:a16="http://schemas.microsoft.com/office/drawing/2014/main" id="{57C792E2-7181-234F-976B-D3473558F4D9}"/>
              </a:ext>
            </a:extLst>
          </p:cNvPr>
          <p:cNvSpPr/>
          <p:nvPr/>
        </p:nvSpPr>
        <p:spPr bwMode="gray">
          <a:xfrm>
            <a:off x="8603673" y="6507018"/>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9860354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0B5FB914-8201-656C-28FB-BCF74C9FCEBE}"/>
              </a:ext>
            </a:extLst>
          </p:cNvPr>
          <p:cNvSpPr>
            <a:spLocks noGrp="1"/>
          </p:cNvSpPr>
          <p:nvPr>
            <p:ph idx="1"/>
          </p:nvPr>
        </p:nvSpPr>
        <p:spPr>
          <a:xfrm>
            <a:off x="501650" y="1148289"/>
            <a:ext cx="11188700" cy="4987348"/>
          </a:xfrm>
        </p:spPr>
        <p:txBody>
          <a:bodyPr vert="horz" lIns="0" tIns="0" rIns="0" bIns="0" rtlCol="0" anchor="t">
            <a:noAutofit/>
          </a:bodyPr>
          <a:lstStyle/>
          <a:p>
            <a:r>
              <a:rPr lang="en-US" sz="1500">
                <a:solidFill>
                  <a:schemeClr val="bg1"/>
                </a:solidFill>
                <a:latin typeface="Times New Roman" panose="02020603050405020304" pitchFamily="18" charset="0"/>
                <a:cs typeface="Times New Roman" panose="02020603050405020304" pitchFamily="18" charset="0"/>
              </a:rPr>
              <a:t>The analytical dataset </a:t>
            </a:r>
            <a:r>
              <a:rPr lang="en-US" sz="1500" b="1">
                <a:solidFill>
                  <a:schemeClr val="bg1"/>
                </a:solidFill>
                <a:latin typeface="Times New Roman" panose="02020603050405020304" pitchFamily="18" charset="0"/>
                <a:cs typeface="Times New Roman" panose="02020603050405020304" pitchFamily="18" charset="0"/>
              </a:rPr>
              <a:t>HR_HIRING_ANALYTICS.csv</a:t>
            </a:r>
            <a:r>
              <a:rPr lang="en-US" sz="1500">
                <a:solidFill>
                  <a:schemeClr val="bg1"/>
                </a:solidFill>
                <a:latin typeface="Times New Roman" panose="02020603050405020304" pitchFamily="18" charset="0"/>
                <a:cs typeface="Times New Roman" panose="02020603050405020304" pitchFamily="18" charset="0"/>
              </a:rPr>
              <a:t> was built by performing a series of </a:t>
            </a:r>
            <a:r>
              <a:rPr lang="en-US" sz="1500" b="1">
                <a:solidFill>
                  <a:schemeClr val="bg1"/>
                </a:solidFill>
                <a:latin typeface="Times New Roman" panose="02020603050405020304" pitchFamily="18" charset="0"/>
                <a:cs typeface="Times New Roman" panose="02020603050405020304" pitchFamily="18" charset="0"/>
              </a:rPr>
              <a:t>Left Joins</a:t>
            </a:r>
            <a:r>
              <a:rPr lang="en-US" sz="1500">
                <a:solidFill>
                  <a:schemeClr val="bg1"/>
                </a:solidFill>
                <a:latin typeface="Times New Roman" panose="02020603050405020304" pitchFamily="18" charset="0"/>
                <a:cs typeface="Times New Roman" panose="02020603050405020304" pitchFamily="18" charset="0"/>
              </a:rPr>
              <a:t>, keeping </a:t>
            </a:r>
            <a:r>
              <a:rPr lang="en-US" sz="1500" b="1">
                <a:solidFill>
                  <a:schemeClr val="bg1"/>
                </a:solidFill>
                <a:latin typeface="Times New Roman" panose="02020603050405020304" pitchFamily="18" charset="0"/>
                <a:cs typeface="Times New Roman" panose="02020603050405020304" pitchFamily="18" charset="0"/>
              </a:rPr>
              <a:t>HR_Hiring_details_transaction.csv</a:t>
            </a:r>
            <a:r>
              <a:rPr lang="en-US" sz="1500">
                <a:solidFill>
                  <a:schemeClr val="bg1"/>
                </a:solidFill>
                <a:latin typeface="Times New Roman" panose="02020603050405020304" pitchFamily="18" charset="0"/>
                <a:cs typeface="Times New Roman" panose="02020603050405020304" pitchFamily="18" charset="0"/>
              </a:rPr>
              <a:t> as the primary table. Seven supporting master/lookup files were joined to it to enrich each candidate record with contextual information such as job location, home state, line of business, and interview date. The Left Join strategy was deliberately chosen to ensure that </a:t>
            </a:r>
            <a:r>
              <a:rPr lang="en-US" sz="1500" b="1">
                <a:solidFill>
                  <a:schemeClr val="bg1"/>
                </a:solidFill>
                <a:latin typeface="Times New Roman" panose="02020603050405020304" pitchFamily="18" charset="0"/>
                <a:cs typeface="Times New Roman" panose="02020603050405020304" pitchFamily="18" charset="0"/>
              </a:rPr>
              <a:t>every candidate record from the main table is retained</a:t>
            </a:r>
            <a:r>
              <a:rPr lang="en-US" sz="1500">
                <a:solidFill>
                  <a:schemeClr val="bg1"/>
                </a:solidFill>
                <a:latin typeface="Times New Roman" panose="02020603050405020304" pitchFamily="18" charset="0"/>
                <a:cs typeface="Times New Roman" panose="02020603050405020304" pitchFamily="18" charset="0"/>
              </a:rPr>
              <a:t>, even when a matching entry is absent in a lookup file — preserving the complete hiring pipeline without any data loss.</a:t>
            </a: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HR_Hiring_details_transaction.csv</a:t>
            </a:r>
            <a:r>
              <a:rPr lang="en-US" sz="1500">
                <a:solidFill>
                  <a:schemeClr val="bg1"/>
                </a:solidFill>
                <a:latin typeface="Times New Roman" panose="02020603050405020304" pitchFamily="18" charset="0"/>
                <a:cs typeface="Times New Roman" panose="02020603050405020304" pitchFamily="18" charset="0"/>
              </a:rPr>
              <a:t> </a:t>
            </a:r>
            <a:r>
              <a:rPr lang="en-US" sz="1500" i="1">
                <a:solidFill>
                  <a:schemeClr val="bg1"/>
                </a:solidFill>
                <a:latin typeface="Times New Roman" panose="02020603050405020304" pitchFamily="18" charset="0"/>
                <a:cs typeface="Times New Roman" panose="02020603050405020304" pitchFamily="18" charset="0"/>
              </a:rPr>
              <a:t>(Primary Table)</a:t>
            </a:r>
            <a:r>
              <a:rPr lang="en-US" sz="1500">
                <a:solidFill>
                  <a:schemeClr val="bg1"/>
                </a:solidFill>
                <a:latin typeface="Times New Roman" panose="02020603050405020304" pitchFamily="18" charset="0"/>
                <a:cs typeface="Times New Roman" panose="02020603050405020304" pitchFamily="18" charset="0"/>
              </a:rPr>
              <a:t> – Primary Key : </a:t>
            </a:r>
            <a:r>
              <a:rPr lang="en-US" sz="1500" err="1">
                <a:solidFill>
                  <a:schemeClr val="bg1"/>
                </a:solidFill>
                <a:latin typeface="Times New Roman" panose="02020603050405020304" pitchFamily="18" charset="0"/>
                <a:cs typeface="Times New Roman" panose="02020603050405020304" pitchFamily="18" charset="0"/>
              </a:rPr>
              <a:t>Candidate_Ref</a:t>
            </a:r>
            <a:endParaRPr lang="en-US" sz="150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Joining_Status.csv</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Candidate_Ref</a:t>
            </a:r>
            <a:r>
              <a:rPr lang="en-US" sz="1500">
                <a:solidFill>
                  <a:schemeClr val="bg1"/>
                </a:solidFill>
                <a:latin typeface="Times New Roman" panose="02020603050405020304" pitchFamily="18" charset="0"/>
                <a:cs typeface="Times New Roman" panose="02020603050405020304" pitchFamily="18" charset="0"/>
              </a:rPr>
              <a:t> - Adds the </a:t>
            </a:r>
            <a:r>
              <a:rPr lang="en-US" sz="1500" b="1">
                <a:solidFill>
                  <a:schemeClr val="bg1"/>
                </a:solidFill>
                <a:latin typeface="Times New Roman" panose="02020603050405020304" pitchFamily="18" charset="0"/>
                <a:cs typeface="Times New Roman" panose="02020603050405020304" pitchFamily="18" charset="0"/>
              </a:rPr>
              <a:t>Target Variable</a:t>
            </a:r>
            <a:r>
              <a:rPr lang="en-US" sz="1500">
                <a:solidFill>
                  <a:schemeClr val="bg1"/>
                </a:solidFill>
                <a:latin typeface="Times New Roman" panose="02020603050405020304" pitchFamily="18" charset="0"/>
                <a:cs typeface="Times New Roman" panose="02020603050405020304" pitchFamily="18" charset="0"/>
              </a:rPr>
              <a:t> </a:t>
            </a:r>
            <a:r>
              <a:rPr lang="en-US" sz="1500" i="1">
                <a:solidFill>
                  <a:schemeClr val="bg1"/>
                </a:solidFill>
                <a:latin typeface="Times New Roman" panose="02020603050405020304" pitchFamily="18" charset="0"/>
                <a:cs typeface="Times New Roman" panose="02020603050405020304" pitchFamily="18" charset="0"/>
              </a:rPr>
              <a:t>(Joined / Not Joined)</a:t>
            </a:r>
            <a:endParaRPr lang="en-US" sz="150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LOB_Master.csv</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LOB_Id</a:t>
            </a:r>
            <a:r>
              <a:rPr lang="en-US" sz="1500">
                <a:solidFill>
                  <a:schemeClr val="bg1"/>
                </a:solidFill>
                <a:latin typeface="Times New Roman" panose="02020603050405020304" pitchFamily="18" charset="0"/>
                <a:cs typeface="Times New Roman" panose="02020603050405020304" pitchFamily="18" charset="0"/>
              </a:rPr>
              <a:t> - Adds </a:t>
            </a:r>
            <a:r>
              <a:rPr lang="en-US" sz="1500" b="1">
                <a:solidFill>
                  <a:schemeClr val="bg1"/>
                </a:solidFill>
                <a:latin typeface="Times New Roman" panose="02020603050405020304" pitchFamily="18" charset="0"/>
                <a:cs typeface="Times New Roman" panose="02020603050405020304" pitchFamily="18" charset="0"/>
              </a:rPr>
              <a:t>Line of Business</a:t>
            </a:r>
            <a:r>
              <a:rPr lang="en-US" sz="1500">
                <a:solidFill>
                  <a:schemeClr val="bg1"/>
                </a:solidFill>
                <a:latin typeface="Times New Roman" panose="02020603050405020304" pitchFamily="18" charset="0"/>
                <a:cs typeface="Times New Roman" panose="02020603050405020304" pitchFamily="18" charset="0"/>
              </a:rPr>
              <a:t> name </a:t>
            </a:r>
            <a:r>
              <a:rPr lang="en-US" sz="1500" i="1">
                <a:solidFill>
                  <a:schemeClr val="bg1"/>
                </a:solidFill>
                <a:latin typeface="Times New Roman" panose="02020603050405020304" pitchFamily="18" charset="0"/>
                <a:cs typeface="Times New Roman" panose="02020603050405020304" pitchFamily="18" charset="0"/>
              </a:rPr>
              <a:t>(e.g., BFSI, EAS, ERS, INFRA)</a:t>
            </a:r>
            <a:endParaRPr lang="en-US" sz="150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Location_Master.xlsx</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Location_ID</a:t>
            </a:r>
            <a:r>
              <a:rPr lang="en-US" sz="1500">
                <a:solidFill>
                  <a:schemeClr val="bg1"/>
                </a:solidFill>
                <a:latin typeface="Times New Roman" panose="02020603050405020304" pitchFamily="18" charset="0"/>
                <a:cs typeface="Times New Roman" panose="02020603050405020304" pitchFamily="18" charset="0"/>
              </a:rPr>
              <a:t> - Adds </a:t>
            </a:r>
            <a:r>
              <a:rPr lang="en-US" sz="1500" b="1">
                <a:solidFill>
                  <a:schemeClr val="bg1"/>
                </a:solidFill>
                <a:latin typeface="Times New Roman" panose="02020603050405020304" pitchFamily="18" charset="0"/>
                <a:cs typeface="Times New Roman" panose="02020603050405020304" pitchFamily="18" charset="0"/>
              </a:rPr>
              <a:t>Job Location</a:t>
            </a:r>
            <a:r>
              <a:rPr lang="en-US" sz="1500">
                <a:solidFill>
                  <a:schemeClr val="bg1"/>
                </a:solidFill>
                <a:latin typeface="Times New Roman" panose="02020603050405020304" pitchFamily="18" charset="0"/>
                <a:cs typeface="Times New Roman" panose="02020603050405020304" pitchFamily="18" charset="0"/>
              </a:rPr>
              <a:t> city name</a:t>
            </a: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Domicile_Master.xlsx</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Domicile_Id</a:t>
            </a:r>
            <a:r>
              <a:rPr lang="en-US" sz="1500">
                <a:solidFill>
                  <a:schemeClr val="bg1"/>
                </a:solidFill>
                <a:latin typeface="Times New Roman" panose="02020603050405020304" pitchFamily="18" charset="0"/>
                <a:cs typeface="Times New Roman" panose="02020603050405020304" pitchFamily="18" charset="0"/>
              </a:rPr>
              <a:t> - Adds candidate's </a:t>
            </a:r>
            <a:r>
              <a:rPr lang="en-US" sz="1500" b="1">
                <a:solidFill>
                  <a:schemeClr val="bg1"/>
                </a:solidFill>
                <a:latin typeface="Times New Roman" panose="02020603050405020304" pitchFamily="18" charset="0"/>
                <a:cs typeface="Times New Roman" panose="02020603050405020304" pitchFamily="18" charset="0"/>
              </a:rPr>
              <a:t>Home State</a:t>
            </a:r>
            <a:r>
              <a:rPr lang="en-US" sz="1500">
                <a:solidFill>
                  <a:schemeClr val="bg1"/>
                </a:solidFill>
                <a:latin typeface="Times New Roman" panose="02020603050405020304" pitchFamily="18" charset="0"/>
                <a:cs typeface="Times New Roman" panose="02020603050405020304" pitchFamily="18" charset="0"/>
              </a:rPr>
              <a:t> name</a:t>
            </a: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Region_Location_Mapping.xlsx</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Location_ID</a:t>
            </a:r>
            <a:r>
              <a:rPr lang="en-US" sz="1500">
                <a:solidFill>
                  <a:schemeClr val="bg1"/>
                </a:solidFill>
                <a:latin typeface="Times New Roman" panose="02020603050405020304" pitchFamily="18" charset="0"/>
                <a:cs typeface="Times New Roman" panose="02020603050405020304" pitchFamily="18" charset="0"/>
              </a:rPr>
              <a:t> - Adds </a:t>
            </a:r>
            <a:r>
              <a:rPr lang="en-US" sz="1500" b="1">
                <a:solidFill>
                  <a:schemeClr val="bg1"/>
                </a:solidFill>
                <a:latin typeface="Times New Roman" panose="02020603050405020304" pitchFamily="18" charset="0"/>
                <a:cs typeface="Times New Roman" panose="02020603050405020304" pitchFamily="18" charset="0"/>
              </a:rPr>
              <a:t>Geographic Region</a:t>
            </a:r>
            <a:r>
              <a:rPr lang="en-US" sz="1500">
                <a:solidFill>
                  <a:schemeClr val="bg1"/>
                </a:solidFill>
                <a:latin typeface="Times New Roman" panose="02020603050405020304" pitchFamily="18" charset="0"/>
                <a:cs typeface="Times New Roman" panose="02020603050405020304" pitchFamily="18" charset="0"/>
              </a:rPr>
              <a:t> </a:t>
            </a:r>
            <a:r>
              <a:rPr lang="en-US" sz="1500" i="1">
                <a:solidFill>
                  <a:schemeClr val="bg1"/>
                </a:solidFill>
                <a:latin typeface="Times New Roman" panose="02020603050405020304" pitchFamily="18" charset="0"/>
                <a:cs typeface="Times New Roman" panose="02020603050405020304" pitchFamily="18" charset="0"/>
              </a:rPr>
              <a:t>(North / South / East / West)</a:t>
            </a:r>
            <a:endParaRPr lang="en-US" sz="150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Postal_Code_Master.xlsx</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Postal_Code</a:t>
            </a:r>
            <a:r>
              <a:rPr lang="en-US" sz="1500">
                <a:solidFill>
                  <a:schemeClr val="bg1"/>
                </a:solidFill>
                <a:latin typeface="Times New Roman" panose="02020603050405020304" pitchFamily="18" charset="0"/>
                <a:cs typeface="Times New Roman" panose="02020603050405020304" pitchFamily="18" charset="0"/>
              </a:rPr>
              <a:t> - Adds </a:t>
            </a:r>
            <a:r>
              <a:rPr lang="en-US" sz="1500" b="1">
                <a:solidFill>
                  <a:schemeClr val="bg1"/>
                </a:solidFill>
                <a:latin typeface="Times New Roman" panose="02020603050405020304" pitchFamily="18" charset="0"/>
                <a:cs typeface="Times New Roman" panose="02020603050405020304" pitchFamily="18" charset="0"/>
              </a:rPr>
              <a:t>area-level location</a:t>
            </a:r>
            <a:r>
              <a:rPr lang="en-US" sz="1500">
                <a:solidFill>
                  <a:schemeClr val="bg1"/>
                </a:solidFill>
                <a:latin typeface="Times New Roman" panose="02020603050405020304" pitchFamily="18" charset="0"/>
                <a:cs typeface="Times New Roman" panose="02020603050405020304" pitchFamily="18" charset="0"/>
              </a:rPr>
              <a:t> descriptor</a:t>
            </a:r>
          </a:p>
          <a:p>
            <a:pPr marL="285750" lvl="0" indent="-285750">
              <a:buFont typeface="Wingdings" panose="05000000000000000000" pitchFamily="2" charset="2"/>
              <a:buChar char="Ø"/>
            </a:pPr>
            <a:r>
              <a:rPr lang="en-US" sz="1500" b="1">
                <a:solidFill>
                  <a:schemeClr val="bg1"/>
                </a:solidFill>
                <a:latin typeface="Times New Roman" panose="02020603050405020304" pitchFamily="18" charset="0"/>
                <a:cs typeface="Times New Roman" panose="02020603050405020304" pitchFamily="18" charset="0"/>
              </a:rPr>
              <a:t>Interview_Dates.xlsx</a:t>
            </a:r>
            <a:r>
              <a:rPr lang="en-US" sz="1500">
                <a:solidFill>
                  <a:schemeClr val="bg1"/>
                </a:solidFill>
                <a:latin typeface="Times New Roman" panose="02020603050405020304" pitchFamily="18" charset="0"/>
                <a:cs typeface="Times New Roman" panose="02020603050405020304" pitchFamily="18" charset="0"/>
              </a:rPr>
              <a:t> — Linked via </a:t>
            </a:r>
            <a:r>
              <a:rPr lang="en-US" sz="1500" err="1">
                <a:solidFill>
                  <a:schemeClr val="bg1"/>
                </a:solidFill>
                <a:latin typeface="Times New Roman" panose="02020603050405020304" pitchFamily="18" charset="0"/>
                <a:cs typeface="Times New Roman" panose="02020603050405020304" pitchFamily="18" charset="0"/>
              </a:rPr>
              <a:t>Candidate_Ref</a:t>
            </a:r>
            <a:r>
              <a:rPr lang="en-US" sz="1500">
                <a:solidFill>
                  <a:schemeClr val="bg1"/>
                </a:solidFill>
                <a:latin typeface="Times New Roman" panose="02020603050405020304" pitchFamily="18" charset="0"/>
                <a:cs typeface="Times New Roman" panose="02020603050405020304" pitchFamily="18" charset="0"/>
              </a:rPr>
              <a:t> - Adds </a:t>
            </a:r>
            <a:r>
              <a:rPr lang="en-US" sz="1500" b="1">
                <a:solidFill>
                  <a:schemeClr val="bg1"/>
                </a:solidFill>
                <a:latin typeface="Times New Roman" panose="02020603050405020304" pitchFamily="18" charset="0"/>
                <a:cs typeface="Times New Roman" panose="02020603050405020304" pitchFamily="18" charset="0"/>
              </a:rPr>
              <a:t>Date of Interview</a:t>
            </a:r>
            <a:r>
              <a:rPr lang="en-US" sz="1500">
                <a:solidFill>
                  <a:schemeClr val="bg1"/>
                </a:solidFill>
                <a:latin typeface="Times New Roman" panose="02020603050405020304" pitchFamily="18" charset="0"/>
                <a:cs typeface="Times New Roman" panose="02020603050405020304" pitchFamily="18" charset="0"/>
              </a:rPr>
              <a:t> for time-based features</a:t>
            </a:r>
          </a:p>
          <a:p>
            <a:r>
              <a:rPr lang="en-US" sz="1500" b="1" u="sng">
                <a:solidFill>
                  <a:schemeClr val="bg1"/>
                </a:solidFill>
                <a:latin typeface="Times New Roman" panose="02020603050405020304" pitchFamily="18" charset="0"/>
                <a:cs typeface="Times New Roman" panose="02020603050405020304" pitchFamily="18" charset="0"/>
              </a:rPr>
              <a:t>Final Dataset at a Glance:</a:t>
            </a:r>
            <a:endParaRPr lang="en-US" sz="1500" u="sng">
              <a:solidFill>
                <a:schemeClr val="bg1"/>
              </a:solidFill>
              <a:latin typeface="Times New Roman" panose="02020603050405020304" pitchFamily="18" charset="0"/>
              <a:cs typeface="Times New Roman" panose="02020603050405020304" pitchFamily="18" charset="0"/>
            </a:endParaRPr>
          </a:p>
          <a:p>
            <a:pPr lvl="0"/>
            <a:r>
              <a:rPr lang="en-US" sz="1500">
                <a:solidFill>
                  <a:schemeClr val="bg1"/>
                </a:solidFill>
                <a:latin typeface="Times New Roman" panose="02020603050405020304" pitchFamily="18" charset="0"/>
                <a:cs typeface="Times New Roman" panose="02020603050405020304" pitchFamily="18" charset="0"/>
              </a:rPr>
              <a:t>Total Records: </a:t>
            </a:r>
            <a:r>
              <a:rPr lang="en-US" sz="1500" b="1">
                <a:solidFill>
                  <a:schemeClr val="bg1"/>
                </a:solidFill>
                <a:latin typeface="Times New Roman" panose="02020603050405020304" pitchFamily="18" charset="0"/>
                <a:cs typeface="Times New Roman" panose="02020603050405020304" pitchFamily="18" charset="0"/>
              </a:rPr>
              <a:t>8,995 candidates , </a:t>
            </a:r>
            <a:r>
              <a:rPr lang="en-US" sz="1500">
                <a:solidFill>
                  <a:schemeClr val="bg1"/>
                </a:solidFill>
                <a:latin typeface="Times New Roman" panose="02020603050405020304" pitchFamily="18" charset="0"/>
                <a:cs typeface="Times New Roman" panose="02020603050405020304" pitchFamily="18" charset="0"/>
              </a:rPr>
              <a:t>Total Features: </a:t>
            </a:r>
            <a:r>
              <a:rPr lang="en-US" sz="1500" b="1">
                <a:solidFill>
                  <a:schemeClr val="bg1"/>
                </a:solidFill>
                <a:latin typeface="Times New Roman" panose="02020603050405020304" pitchFamily="18" charset="0"/>
                <a:cs typeface="Times New Roman" panose="02020603050405020304" pitchFamily="18" charset="0"/>
              </a:rPr>
              <a:t>26 columns</a:t>
            </a:r>
            <a:r>
              <a:rPr lang="en-US" sz="1500">
                <a:solidFill>
                  <a:schemeClr val="bg1"/>
                </a:solidFill>
                <a:latin typeface="Times New Roman" panose="02020603050405020304" pitchFamily="18" charset="0"/>
                <a:cs typeface="Times New Roman" panose="02020603050405020304" pitchFamily="18" charset="0"/>
              </a:rPr>
              <a:t>  </a:t>
            </a:r>
            <a:r>
              <a:rPr lang="en-US" sz="1500" i="1">
                <a:solidFill>
                  <a:schemeClr val="bg1"/>
                </a:solidFill>
                <a:latin typeface="Times New Roman" panose="02020603050405020304" pitchFamily="18" charset="0"/>
                <a:cs typeface="Times New Roman" panose="02020603050405020304" pitchFamily="18" charset="0"/>
              </a:rPr>
              <a:t>(post-join, pre-cleaning)</a:t>
            </a:r>
            <a:endParaRPr lang="en-US" sz="1500">
              <a:solidFill>
                <a:schemeClr val="bg1"/>
              </a:solidFill>
              <a:latin typeface="Times New Roman" panose="02020603050405020304" pitchFamily="18" charset="0"/>
              <a:cs typeface="Times New Roman" panose="02020603050405020304" pitchFamily="18" charset="0"/>
            </a:endParaRPr>
          </a:p>
          <a:p>
            <a:pPr lvl="0"/>
            <a:r>
              <a:rPr lang="en-US" sz="1500">
                <a:solidFill>
                  <a:schemeClr val="bg1"/>
                </a:solidFill>
                <a:latin typeface="Times New Roman" panose="02020603050405020304" pitchFamily="18" charset="0"/>
                <a:cs typeface="Times New Roman" panose="02020603050405020304" pitchFamily="18" charset="0"/>
              </a:rPr>
              <a:t>Target Variable: Status : </a:t>
            </a:r>
            <a:r>
              <a:rPr lang="en-US" sz="1500" b="1">
                <a:solidFill>
                  <a:schemeClr val="bg1"/>
                </a:solidFill>
                <a:latin typeface="Times New Roman" panose="02020603050405020304" pitchFamily="18" charset="0"/>
                <a:cs typeface="Times New Roman" panose="02020603050405020304" pitchFamily="18" charset="0"/>
              </a:rPr>
              <a:t>Joined: 81.30%</a:t>
            </a:r>
            <a:r>
              <a:rPr lang="en-US" sz="1500">
                <a:solidFill>
                  <a:schemeClr val="bg1"/>
                </a:solidFill>
                <a:latin typeface="Times New Roman" panose="02020603050405020304" pitchFamily="18" charset="0"/>
                <a:cs typeface="Times New Roman" panose="02020603050405020304" pitchFamily="18" charset="0"/>
              </a:rPr>
              <a:t> | </a:t>
            </a:r>
            <a:r>
              <a:rPr lang="en-US" sz="1500" b="1">
                <a:solidFill>
                  <a:schemeClr val="bg1"/>
                </a:solidFill>
                <a:latin typeface="Times New Roman" panose="02020603050405020304" pitchFamily="18" charset="0"/>
                <a:cs typeface="Times New Roman" panose="02020603050405020304" pitchFamily="18" charset="0"/>
              </a:rPr>
              <a:t>Not Joined: 18.70%</a:t>
            </a:r>
            <a:endParaRPr lang="en-US" sz="1500">
              <a:solidFill>
                <a:schemeClr val="bg1"/>
              </a:solidFill>
              <a:latin typeface="Times New Roman" panose="02020603050405020304" pitchFamily="18" charset="0"/>
              <a:cs typeface="Times New Roman" panose="02020603050405020304" pitchFamily="18" charset="0"/>
            </a:endParaRPr>
          </a:p>
          <a:p>
            <a:pPr lvl="0"/>
            <a:r>
              <a:rPr lang="en-US" sz="1500">
                <a:solidFill>
                  <a:schemeClr val="bg1"/>
                </a:solidFill>
                <a:latin typeface="Times New Roman" panose="02020603050405020304" pitchFamily="18" charset="0"/>
                <a:cs typeface="Times New Roman" panose="02020603050405020304" pitchFamily="18" charset="0"/>
              </a:rPr>
              <a:t>Data Types: Numerical, Categorical, Binary (Yes/No), Date</a:t>
            </a:r>
          </a:p>
          <a:p>
            <a:endParaRPr lang="en-US" sz="150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sz="2800" b="1" u="sng" noProof="0">
                <a:solidFill>
                  <a:srgbClr val="86BC25"/>
                </a:solidFill>
                <a:latin typeface="Times New Roman" panose="02020603050405020304" pitchFamily="18" charset="0"/>
                <a:cs typeface="Times New Roman" panose="02020603050405020304" pitchFamily="18" charset="0"/>
              </a:rPr>
              <a:t>About The Data Set :</a:t>
            </a:r>
          </a:p>
        </p:txBody>
      </p:sp>
      <p:pic>
        <p:nvPicPr>
          <p:cNvPr id="4" name="Picture 3">
            <a:extLst>
              <a:ext uri="{FF2B5EF4-FFF2-40B4-BE49-F238E27FC236}">
                <a16:creationId xmlns:a16="http://schemas.microsoft.com/office/drawing/2014/main" id="{37B3A232-7A3C-A159-B721-5720188F765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08638560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B6FF7475-7276-4ADD-BE8E-45BBF5A42615}"/>
              </a:ext>
            </a:extLst>
          </p:cNvPr>
          <p:cNvSpPr>
            <a:spLocks noGrp="1"/>
          </p:cNvSpPr>
          <p:nvPr>
            <p:ph type="body" sz="quarter" idx="10"/>
          </p:nvPr>
        </p:nvSpPr>
        <p:spPr>
          <a:xfrm>
            <a:off x="554374" y="371476"/>
            <a:ext cx="10122861" cy="626052"/>
          </a:xfrm>
        </p:spPr>
        <p:txBody>
          <a:bodyPr/>
          <a:lstStyle/>
          <a:p>
            <a:r>
              <a:rPr lang="en-US" sz="36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Cleaning : </a:t>
            </a:r>
          </a:p>
        </p:txBody>
      </p:sp>
      <p:sp>
        <p:nvSpPr>
          <p:cNvPr id="2" name="TextBox 1">
            <a:extLst>
              <a:ext uri="{FF2B5EF4-FFF2-40B4-BE49-F238E27FC236}">
                <a16:creationId xmlns:a16="http://schemas.microsoft.com/office/drawing/2014/main" id="{06D7D204-2B5D-89C3-1464-91B1760C1CE3}"/>
              </a:ext>
            </a:extLst>
          </p:cNvPr>
          <p:cNvSpPr txBox="1"/>
          <p:nvPr/>
        </p:nvSpPr>
        <p:spPr>
          <a:xfrm>
            <a:off x="554375" y="1080655"/>
            <a:ext cx="9614862" cy="5555367"/>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sz="2400" b="1">
                <a:solidFill>
                  <a:schemeClr val="bg1"/>
                </a:solidFill>
                <a:latin typeface="Times New Roman" panose="02020603050405020304" pitchFamily="18" charset="0"/>
                <a:cs typeface="Times New Roman" panose="02020603050405020304" pitchFamily="18" charset="0"/>
              </a:rPr>
              <a:t>Data Ingestion &amp; Integration :</a:t>
            </a:r>
            <a:endParaRPr lang="en-US" sz="24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Loaded 9 raw files — HR_Hiring_details_transaction.csv, Joining_Status.csv, Interview_Dates.xlsx, Domicile_Master.xlsx, LOB_Master.csv, Location_Master.xlsx, Postal_Code_Master.xlsx, Region_Location_Mapping.xlsx</a:t>
            </a: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Merged all files into a single master dataset (</a:t>
            </a:r>
            <a:r>
              <a:rPr lang="en-US" sz="2000" b="1" u="sng">
                <a:solidFill>
                  <a:schemeClr val="bg1"/>
                </a:solidFill>
                <a:latin typeface="Times New Roman" panose="02020603050405020304" pitchFamily="18" charset="0"/>
                <a:cs typeface="Times New Roman" panose="02020603050405020304" pitchFamily="18" charset="0"/>
              </a:rPr>
              <a:t>HR_HIRING_ANALYTICS.csv</a:t>
            </a:r>
            <a:r>
              <a:rPr lang="en-US" sz="2000">
                <a:solidFill>
                  <a:schemeClr val="bg1"/>
                </a:solidFill>
                <a:latin typeface="Times New Roman" panose="02020603050405020304" pitchFamily="18" charset="0"/>
                <a:cs typeface="Times New Roman" panose="02020603050405020304" pitchFamily="18" charset="0"/>
              </a:rPr>
              <a:t>) using </a:t>
            </a:r>
            <a:r>
              <a:rPr lang="en-US" sz="2000" b="1">
                <a:solidFill>
                  <a:schemeClr val="bg1"/>
                </a:solidFill>
                <a:latin typeface="Times New Roman" panose="02020603050405020304" pitchFamily="18" charset="0"/>
                <a:cs typeface="Times New Roman" panose="02020603050405020304" pitchFamily="18" charset="0"/>
              </a:rPr>
              <a:t>Left Joins</a:t>
            </a:r>
            <a:r>
              <a:rPr lang="en-US" sz="2000">
                <a:solidFill>
                  <a:schemeClr val="bg1"/>
                </a:solidFill>
                <a:latin typeface="Times New Roman" panose="02020603050405020304" pitchFamily="18" charset="0"/>
                <a:cs typeface="Times New Roman" panose="02020603050405020304" pitchFamily="18" charset="0"/>
              </a:rPr>
              <a:t> on key column.</a:t>
            </a: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Changed Some column Names to More relatable and meaningful names.</a:t>
            </a:r>
          </a:p>
          <a:p>
            <a:pPr lvl="1"/>
            <a:endParaRPr lang="en-US" sz="20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solidFill>
                  <a:schemeClr val="bg1"/>
                </a:solidFill>
                <a:latin typeface="Times New Roman" panose="02020603050405020304" pitchFamily="18" charset="0"/>
                <a:cs typeface="Times New Roman" panose="02020603050405020304" pitchFamily="18" charset="0"/>
              </a:rPr>
              <a:t>Duplicate Treatment :</a:t>
            </a:r>
            <a:endParaRPr lang="en-US" sz="24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Checked for Duplicate values : There are no Duplicate Valeus in our Dataset.</a:t>
            </a:r>
          </a:p>
          <a:p>
            <a:pPr lvl="1"/>
            <a:endParaRPr lang="en-US" sz="20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solidFill>
                  <a:schemeClr val="bg1"/>
                </a:solidFill>
                <a:latin typeface="Times New Roman" panose="02020603050405020304" pitchFamily="18" charset="0"/>
                <a:cs typeface="Times New Roman" panose="02020603050405020304" pitchFamily="18" charset="0"/>
              </a:rPr>
              <a:t>NULL Value Treatment :</a:t>
            </a:r>
            <a:endParaRPr lang="en-US" sz="24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Numerical columns → filled with </a:t>
            </a:r>
            <a:r>
              <a:rPr lang="en-US" sz="2000" b="1">
                <a:solidFill>
                  <a:schemeClr val="bg1"/>
                </a:solidFill>
                <a:latin typeface="Times New Roman" panose="02020603050405020304" pitchFamily="18" charset="0"/>
                <a:cs typeface="Times New Roman" panose="02020603050405020304" pitchFamily="18" charset="0"/>
              </a:rPr>
              <a:t>Median</a:t>
            </a:r>
            <a:r>
              <a:rPr lang="en-US" sz="2000">
                <a:solidFill>
                  <a:schemeClr val="bg1"/>
                </a:solidFill>
                <a:latin typeface="Times New Roman" panose="02020603050405020304" pitchFamily="18" charset="0"/>
                <a:cs typeface="Times New Roman" panose="02020603050405020304" pitchFamily="18" charset="0"/>
              </a:rPr>
              <a:t> (robust to outliers)</a:t>
            </a: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Categorical columns → filled with </a:t>
            </a:r>
            <a:r>
              <a:rPr lang="en-US" sz="2000" b="1">
                <a:solidFill>
                  <a:schemeClr val="bg1"/>
                </a:solidFill>
                <a:latin typeface="Times New Roman" panose="02020603050405020304" pitchFamily="18" charset="0"/>
                <a:cs typeface="Times New Roman" panose="02020603050405020304" pitchFamily="18" charset="0"/>
              </a:rPr>
              <a:t>Mode</a:t>
            </a:r>
            <a:r>
              <a:rPr lang="en-US" sz="2000">
                <a:solidFill>
                  <a:schemeClr val="bg1"/>
                </a:solidFill>
                <a:latin typeface="Times New Roman" panose="02020603050405020304" pitchFamily="18" charset="0"/>
                <a:cs typeface="Times New Roman" panose="02020603050405020304" pitchFamily="18" charset="0"/>
              </a:rPr>
              <a:t> (most frequent value) where the Columns were Imbalanced (e.g. </a:t>
            </a:r>
            <a:r>
              <a:rPr lang="en-US" sz="2000" err="1">
                <a:solidFill>
                  <a:schemeClr val="bg1"/>
                </a:solidFill>
                <a:latin typeface="Times New Roman" panose="02020603050405020304" pitchFamily="18" charset="0"/>
                <a:cs typeface="Times New Roman" panose="02020603050405020304" pitchFamily="18" charset="0"/>
              </a:rPr>
              <a:t>Offered_Band</a:t>
            </a:r>
            <a:r>
              <a:rPr lang="en-US" sz="2000">
                <a:solidFill>
                  <a:schemeClr val="bg1"/>
                </a:solidFill>
                <a:latin typeface="Times New Roman" panose="02020603050405020304" pitchFamily="18" charset="0"/>
                <a:cs typeface="Times New Roman" panose="02020603050405020304" pitchFamily="18" charset="0"/>
              </a:rPr>
              <a:t>) and for </a:t>
            </a:r>
            <a:r>
              <a:rPr lang="en-US" sz="2000" err="1">
                <a:solidFill>
                  <a:schemeClr val="bg1"/>
                </a:solidFill>
                <a:latin typeface="Times New Roman" panose="02020603050405020304" pitchFamily="18" charset="0"/>
                <a:cs typeface="Times New Roman" panose="02020603050405020304" pitchFamily="18" charset="0"/>
              </a:rPr>
              <a:t>Region_Name</a:t>
            </a:r>
            <a:r>
              <a:rPr lang="en-US" sz="2000">
                <a:solidFill>
                  <a:schemeClr val="bg1"/>
                </a:solidFill>
                <a:latin typeface="Times New Roman" panose="02020603050405020304" pitchFamily="18" charset="0"/>
                <a:cs typeface="Times New Roman" panose="02020603050405020304" pitchFamily="18" charset="0"/>
              </a:rPr>
              <a:t> and </a:t>
            </a:r>
            <a:r>
              <a:rPr lang="en-US" sz="2000" err="1">
                <a:solidFill>
                  <a:schemeClr val="bg1"/>
                </a:solidFill>
                <a:latin typeface="Times New Roman" panose="02020603050405020304" pitchFamily="18" charset="0"/>
                <a:cs typeface="Times New Roman" panose="02020603050405020304" pitchFamily="18" charset="0"/>
              </a:rPr>
              <a:t>Location_name</a:t>
            </a:r>
            <a:r>
              <a:rPr lang="en-US" sz="2000">
                <a:solidFill>
                  <a:schemeClr val="bg1"/>
                </a:solidFill>
                <a:latin typeface="Times New Roman" panose="02020603050405020304" pitchFamily="18" charset="0"/>
                <a:cs typeface="Times New Roman" panose="02020603050405020304" pitchFamily="18" charset="0"/>
              </a:rPr>
              <a:t>, Replaced NULL with ‘Unknown’ as the Column Categories are balanced.</a:t>
            </a:r>
          </a:p>
          <a:p>
            <a:pPr marL="285750" indent="-285750">
              <a:spcBef>
                <a:spcPts val="600"/>
              </a:spcBef>
              <a:buSzPct val="100000"/>
              <a:buFont typeface="Wingdings" panose="05000000000000000000" pitchFamily="2" charset="2"/>
              <a:buChar char="Ø"/>
            </a:pPr>
            <a:endParaRPr lang="en-US" sz="240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2EEFFBA-538C-64CC-EF43-699488DEAC76}"/>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Rectangle 8">
            <a:extLst>
              <a:ext uri="{FF2B5EF4-FFF2-40B4-BE49-F238E27FC236}">
                <a16:creationId xmlns:a16="http://schemas.microsoft.com/office/drawing/2014/main" id="{15B8D0E3-66A6-BE37-0F71-11C051E4F49D}"/>
              </a:ext>
            </a:extLst>
          </p:cNvPr>
          <p:cNvSpPr/>
          <p:nvPr/>
        </p:nvSpPr>
        <p:spPr bwMode="gray">
          <a:xfrm>
            <a:off x="8672947" y="6460531"/>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2015140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FEAA7B0-EB0A-B292-B22A-C1ED444A91F1}"/>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5F19DA64-F134-0FF2-FC7C-B576EAB9B24D}"/>
              </a:ext>
            </a:extLst>
          </p:cNvPr>
          <p:cNvSpPr>
            <a:spLocks noGrp="1"/>
          </p:cNvSpPr>
          <p:nvPr>
            <p:ph type="body" sz="quarter" idx="10"/>
          </p:nvPr>
        </p:nvSpPr>
        <p:spPr>
          <a:xfrm>
            <a:off x="554374" y="371476"/>
            <a:ext cx="10122861" cy="626052"/>
          </a:xfrm>
        </p:spPr>
        <p:txBody>
          <a:bodyPr/>
          <a:lstStyle/>
          <a:p>
            <a:r>
              <a:rPr lang="en-US" sz="36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a:t>
            </a:r>
            <a:r>
              <a:rPr lang="en-US" b="1">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Preprocessing</a:t>
            </a:r>
            <a:r>
              <a:rPr lang="en-US" sz="36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p:txBody>
      </p:sp>
      <p:sp>
        <p:nvSpPr>
          <p:cNvPr id="2" name="TextBox 1">
            <a:extLst>
              <a:ext uri="{FF2B5EF4-FFF2-40B4-BE49-F238E27FC236}">
                <a16:creationId xmlns:a16="http://schemas.microsoft.com/office/drawing/2014/main" id="{72738E9C-3B66-B527-594B-92974832712F}"/>
              </a:ext>
            </a:extLst>
          </p:cNvPr>
          <p:cNvSpPr txBox="1"/>
          <p:nvPr/>
        </p:nvSpPr>
        <p:spPr>
          <a:xfrm>
            <a:off x="554374" y="997528"/>
            <a:ext cx="8705527" cy="4801314"/>
          </a:xfrm>
          <a:prstGeom prst="rect">
            <a:avLst/>
          </a:prstGeom>
          <a:noFill/>
        </p:spPr>
        <p:txBody>
          <a:bodyPr wrap="square" lIns="0" tIns="0" rIns="0" bIns="0" rtlCol="0">
            <a:spAutoFit/>
          </a:bodyPr>
          <a:lstStyle/>
          <a:p>
            <a:pPr marL="342900" indent="-342900">
              <a:buFont typeface="Wingdings" panose="05000000000000000000" pitchFamily="2" charset="2"/>
              <a:buChar char="Ø"/>
            </a:pPr>
            <a:r>
              <a:rPr lang="en-US" sz="2400" b="1">
                <a:solidFill>
                  <a:schemeClr val="bg2"/>
                </a:solidFill>
                <a:latin typeface="Times New Roman" panose="02020603050405020304" pitchFamily="18" charset="0"/>
                <a:cs typeface="Times New Roman" panose="02020603050405020304" pitchFamily="18" charset="0"/>
              </a:rPr>
              <a:t>Outlier Detection &amp; Treatment :</a:t>
            </a:r>
          </a:p>
          <a:p>
            <a:pPr marL="800100" lvl="1" indent="-342900">
              <a:buFont typeface="Wingdings" panose="05000000000000000000" pitchFamily="2" charset="2"/>
              <a:buChar char="ü"/>
            </a:pPr>
            <a:r>
              <a:rPr lang="en-US" sz="2400">
                <a:solidFill>
                  <a:schemeClr val="bg2"/>
                </a:solidFill>
                <a:latin typeface="Times New Roman" panose="02020603050405020304" pitchFamily="18" charset="0"/>
                <a:cs typeface="Times New Roman" panose="02020603050405020304" pitchFamily="18" charset="0"/>
              </a:rPr>
              <a:t>Tested 2 IQR-based methods — finalized Q1/Q2 -+ 3×IQR for balanced outlier detection</a:t>
            </a:r>
          </a:p>
          <a:p>
            <a:pPr marL="800100" lvl="1" indent="-342900">
              <a:buFont typeface="Wingdings" panose="05000000000000000000" pitchFamily="2" charset="2"/>
              <a:buChar char="ü"/>
            </a:pPr>
            <a:r>
              <a:rPr lang="en-US" sz="2400">
                <a:solidFill>
                  <a:schemeClr val="bg2"/>
                </a:solidFill>
                <a:latin typeface="Times New Roman" panose="02020603050405020304" pitchFamily="18" charset="0"/>
                <a:cs typeface="Times New Roman" panose="02020603050405020304" pitchFamily="18" charset="0"/>
              </a:rPr>
              <a:t>Applied clipping to bounds on: </a:t>
            </a:r>
            <a:r>
              <a:rPr lang="en-US" sz="2400" err="1">
                <a:solidFill>
                  <a:schemeClr val="bg2"/>
                </a:solidFill>
                <a:latin typeface="Times New Roman" panose="02020603050405020304" pitchFamily="18" charset="0"/>
                <a:cs typeface="Times New Roman" panose="02020603050405020304" pitchFamily="18" charset="0"/>
              </a:rPr>
              <a:t>Acceptance_days</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Expected_CTC_hike_pct</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Offered_CTC_hike_pct</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CTC_diff_pct</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Experience_years</a:t>
            </a:r>
            <a:r>
              <a:rPr lang="en-US" sz="2400">
                <a:solidFill>
                  <a:schemeClr val="bg2"/>
                </a:solidFill>
                <a:latin typeface="Times New Roman" panose="02020603050405020304" pitchFamily="18" charset="0"/>
                <a:cs typeface="Times New Roman" panose="02020603050405020304" pitchFamily="18" charset="0"/>
              </a:rPr>
              <a:t>, Age, </a:t>
            </a:r>
            <a:r>
              <a:rPr lang="en-US" sz="2400" err="1">
                <a:solidFill>
                  <a:schemeClr val="bg2"/>
                </a:solidFill>
                <a:latin typeface="Times New Roman" panose="02020603050405020304" pitchFamily="18" charset="0"/>
                <a:cs typeface="Times New Roman" panose="02020603050405020304" pitchFamily="18" charset="0"/>
              </a:rPr>
              <a:t>Notice_Period</a:t>
            </a:r>
            <a:r>
              <a:rPr lang="en-US" sz="2400">
                <a:solidFill>
                  <a:schemeClr val="bg2"/>
                </a:solidFill>
                <a:latin typeface="Times New Roman" panose="02020603050405020304" pitchFamily="18" charset="0"/>
                <a:cs typeface="Times New Roman" panose="02020603050405020304" pitchFamily="18" charset="0"/>
              </a:rPr>
              <a:t>.</a:t>
            </a:r>
          </a:p>
          <a:p>
            <a:pPr lvl="1"/>
            <a:endParaRPr lang="en-US" sz="2400">
              <a:solidFill>
                <a:schemeClr val="bg2"/>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a:solidFill>
                  <a:schemeClr val="bg2"/>
                </a:solidFill>
                <a:latin typeface="Times New Roman" panose="02020603050405020304" pitchFamily="18" charset="0"/>
                <a:cs typeface="Times New Roman" panose="02020603050405020304" pitchFamily="18" charset="0"/>
              </a:rPr>
              <a:t>Date Column Treatment :</a:t>
            </a:r>
          </a:p>
          <a:p>
            <a:pPr marL="800100" lvl="1" indent="-342900">
              <a:buFont typeface="Wingdings" panose="05000000000000000000" pitchFamily="2" charset="2"/>
              <a:buChar char="ü"/>
            </a:pPr>
            <a:r>
              <a:rPr lang="en-US" sz="2400">
                <a:solidFill>
                  <a:schemeClr val="bg2"/>
                </a:solidFill>
                <a:latin typeface="Times New Roman" panose="02020603050405020304" pitchFamily="18" charset="0"/>
                <a:cs typeface="Times New Roman" panose="02020603050405020304" pitchFamily="18" charset="0"/>
              </a:rPr>
              <a:t>Converted </a:t>
            </a:r>
            <a:r>
              <a:rPr lang="en-US" sz="2400" err="1">
                <a:solidFill>
                  <a:schemeClr val="bg2"/>
                </a:solidFill>
                <a:latin typeface="Times New Roman" panose="02020603050405020304" pitchFamily="18" charset="0"/>
                <a:cs typeface="Times New Roman" panose="02020603050405020304" pitchFamily="18" charset="0"/>
              </a:rPr>
              <a:t>Date_of_Interview</a:t>
            </a:r>
            <a:r>
              <a:rPr lang="en-US" sz="2400">
                <a:solidFill>
                  <a:schemeClr val="bg2"/>
                </a:solidFill>
                <a:latin typeface="Times New Roman" panose="02020603050405020304" pitchFamily="18" charset="0"/>
                <a:cs typeface="Times New Roman" panose="02020603050405020304" pitchFamily="18" charset="0"/>
              </a:rPr>
              <a:t> from string → datetime64</a:t>
            </a:r>
          </a:p>
          <a:p>
            <a:pPr marL="800100" lvl="1" indent="-342900">
              <a:buFont typeface="Wingdings" panose="05000000000000000000" pitchFamily="2" charset="2"/>
              <a:buChar char="ü"/>
            </a:pPr>
            <a:r>
              <a:rPr lang="en-US" sz="2400">
                <a:solidFill>
                  <a:schemeClr val="bg2"/>
                </a:solidFill>
                <a:latin typeface="Times New Roman" panose="02020603050405020304" pitchFamily="18" charset="0"/>
                <a:cs typeface="Times New Roman" panose="02020603050405020304" pitchFamily="18" charset="0"/>
              </a:rPr>
              <a:t>Extracted: </a:t>
            </a:r>
            <a:r>
              <a:rPr lang="en-US" sz="2400" err="1">
                <a:solidFill>
                  <a:schemeClr val="bg2"/>
                </a:solidFill>
                <a:latin typeface="Times New Roman" panose="02020603050405020304" pitchFamily="18" charset="0"/>
                <a:cs typeface="Times New Roman" panose="02020603050405020304" pitchFamily="18" charset="0"/>
              </a:rPr>
              <a:t>Interview_Year</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Interview_Month</a:t>
            </a:r>
            <a:r>
              <a:rPr lang="en-US" sz="2400">
                <a:solidFill>
                  <a:schemeClr val="bg2"/>
                </a:solidFill>
                <a:latin typeface="Times New Roman" panose="02020603050405020304" pitchFamily="18" charset="0"/>
                <a:cs typeface="Times New Roman" panose="02020603050405020304" pitchFamily="18" charset="0"/>
              </a:rPr>
              <a:t>, </a:t>
            </a:r>
            <a:r>
              <a:rPr lang="en-US" sz="2400" err="1">
                <a:solidFill>
                  <a:schemeClr val="bg2"/>
                </a:solidFill>
                <a:latin typeface="Times New Roman" panose="02020603050405020304" pitchFamily="18" charset="0"/>
                <a:cs typeface="Times New Roman" panose="02020603050405020304" pitchFamily="18" charset="0"/>
              </a:rPr>
              <a:t>Interview_Quarter</a:t>
            </a:r>
            <a:r>
              <a:rPr lang="en-US" sz="2400">
                <a:solidFill>
                  <a:schemeClr val="bg2"/>
                </a:solidFill>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sz="2400">
                <a:solidFill>
                  <a:schemeClr val="bg2"/>
                </a:solidFill>
                <a:latin typeface="Times New Roman" panose="02020603050405020304" pitchFamily="18" charset="0"/>
                <a:cs typeface="Times New Roman" panose="02020603050405020304" pitchFamily="18" charset="0"/>
              </a:rPr>
              <a:t>But found that the correlations of these columns with Target are very low, so haven’t included them in main dataset.</a:t>
            </a:r>
          </a:p>
        </p:txBody>
      </p:sp>
      <p:pic>
        <p:nvPicPr>
          <p:cNvPr id="4" name="Picture 3">
            <a:extLst>
              <a:ext uri="{FF2B5EF4-FFF2-40B4-BE49-F238E27FC236}">
                <a16:creationId xmlns:a16="http://schemas.microsoft.com/office/drawing/2014/main" id="{187C44F3-79E5-782C-5BF0-D37DC3C67430}"/>
              </a:ext>
            </a:extLst>
          </p:cNvPr>
          <p:cNvPicPr>
            <a:picLocks noChangeAspect="1"/>
          </p:cNvPicPr>
          <p:nvPr/>
        </p:nvPicPr>
        <p:blipFill>
          <a:blip r:embed="rId3"/>
          <a:stretch>
            <a:fillRect/>
          </a:stretch>
        </p:blipFill>
        <p:spPr>
          <a:xfrm>
            <a:off x="8238835" y="1761399"/>
            <a:ext cx="3676074" cy="1620170"/>
          </a:xfrm>
          <a:prstGeom prst="rect">
            <a:avLst/>
          </a:prstGeom>
        </p:spPr>
      </p:pic>
      <p:sp>
        <p:nvSpPr>
          <p:cNvPr id="7" name="Rectangle 6">
            <a:extLst>
              <a:ext uri="{FF2B5EF4-FFF2-40B4-BE49-F238E27FC236}">
                <a16:creationId xmlns:a16="http://schemas.microsoft.com/office/drawing/2014/main" id="{AD4AB4C3-8927-89ED-1327-7AE758BE0527}"/>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Rectangle 8">
            <a:extLst>
              <a:ext uri="{FF2B5EF4-FFF2-40B4-BE49-F238E27FC236}">
                <a16:creationId xmlns:a16="http://schemas.microsoft.com/office/drawing/2014/main" id="{FF1A112A-4068-520D-BD48-7C53188DC90C}"/>
              </a:ext>
            </a:extLst>
          </p:cNvPr>
          <p:cNvSpPr/>
          <p:nvPr/>
        </p:nvSpPr>
        <p:spPr bwMode="gray">
          <a:xfrm>
            <a:off x="8672947" y="6486524"/>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6188148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2C40DA12-7C52-4673-B194-078799DDABB3}"/>
              </a:ext>
            </a:extLst>
          </p:cNvPr>
          <p:cNvSpPr>
            <a:spLocks noGrp="1"/>
          </p:cNvSpPr>
          <p:nvPr>
            <p:ph type="body" sz="quarter" idx="10"/>
          </p:nvPr>
        </p:nvSpPr>
        <p:spPr>
          <a:xfrm>
            <a:off x="406593" y="86189"/>
            <a:ext cx="10399952" cy="764598"/>
          </a:xfrm>
        </p:spPr>
        <p:txBody>
          <a:bodyPr/>
          <a:lstStyle/>
          <a:p>
            <a:r>
              <a:rPr lang="en-US" sz="40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Engineering : </a:t>
            </a:r>
          </a:p>
        </p:txBody>
      </p:sp>
      <p:sp>
        <p:nvSpPr>
          <p:cNvPr id="2" name="TextBox 1">
            <a:extLst>
              <a:ext uri="{FF2B5EF4-FFF2-40B4-BE49-F238E27FC236}">
                <a16:creationId xmlns:a16="http://schemas.microsoft.com/office/drawing/2014/main" id="{56828A83-78B5-6F29-F303-26E1B9A0D895}"/>
              </a:ext>
            </a:extLst>
          </p:cNvPr>
          <p:cNvSpPr txBox="1"/>
          <p:nvPr/>
        </p:nvSpPr>
        <p:spPr>
          <a:xfrm>
            <a:off x="665011" y="929795"/>
            <a:ext cx="10399952" cy="3754874"/>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b="1">
                <a:solidFill>
                  <a:schemeClr val="bg1"/>
                </a:solidFill>
                <a:latin typeface="Times New Roman" panose="02020603050405020304" pitchFamily="18" charset="0"/>
                <a:cs typeface="Times New Roman" panose="02020603050405020304" pitchFamily="18" charset="0"/>
              </a:rPr>
              <a:t>Distribution Analysis — Numerical Columns</a:t>
            </a:r>
            <a:endParaRPr lang="en-US">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a:solidFill>
                  <a:schemeClr val="bg1"/>
                </a:solidFill>
                <a:latin typeface="Times New Roman" panose="02020603050405020304" pitchFamily="18" charset="0"/>
                <a:cs typeface="Times New Roman" panose="02020603050405020304" pitchFamily="18" charset="0"/>
              </a:rPr>
              <a:t>Plotted Histograms &amp; KDE plots for all numerical columns to check skewness, spread, and distribution shape.</a:t>
            </a:r>
          </a:p>
          <a:p>
            <a:pPr marL="742950" lvl="1" indent="-285750">
              <a:buFont typeface="Wingdings" panose="05000000000000000000" pitchFamily="2" charset="2"/>
              <a:buChar char="ü"/>
            </a:pPr>
            <a:r>
              <a:rPr lang="en-US">
                <a:solidFill>
                  <a:schemeClr val="bg1"/>
                </a:solidFill>
                <a:latin typeface="Times New Roman" panose="02020603050405020304" pitchFamily="18" charset="0"/>
                <a:cs typeface="Times New Roman" panose="02020603050405020304" pitchFamily="18" charset="0"/>
              </a:rPr>
              <a:t>Identified right-skewed features (e.g., </a:t>
            </a:r>
            <a:r>
              <a:rPr lang="en-US" err="1">
                <a:solidFill>
                  <a:schemeClr val="bg1"/>
                </a:solidFill>
                <a:latin typeface="Times New Roman" panose="02020603050405020304" pitchFamily="18" charset="0"/>
                <a:cs typeface="Times New Roman" panose="02020603050405020304" pitchFamily="18" charset="0"/>
              </a:rPr>
              <a:t>Acceptance_Days</a:t>
            </a:r>
            <a:r>
              <a:rPr lang="en-US">
                <a:solidFill>
                  <a:schemeClr val="bg1"/>
                </a:solidFill>
                <a:latin typeface="Times New Roman" panose="02020603050405020304" pitchFamily="18" charset="0"/>
                <a:cs typeface="Times New Roman" panose="02020603050405020304" pitchFamily="18" charset="0"/>
              </a:rPr>
              <a:t>) and Left-Skewed Features (e.g. </a:t>
            </a:r>
            <a:r>
              <a:rPr lang="en-US" err="1">
                <a:solidFill>
                  <a:schemeClr val="bg1"/>
                </a:solidFill>
                <a:latin typeface="Times New Roman" panose="02020603050405020304" pitchFamily="18" charset="0"/>
                <a:cs typeface="Times New Roman" panose="02020603050405020304" pitchFamily="18" charset="0"/>
              </a:rPr>
              <a:t>CTC_diff_pct</a:t>
            </a:r>
            <a:r>
              <a:rPr lang="en-US">
                <a:solidFill>
                  <a:schemeClr val="bg1"/>
                </a:solidFill>
                <a:latin typeface="Times New Roman" panose="02020603050405020304" pitchFamily="18" charset="0"/>
                <a:cs typeface="Times New Roman" panose="02020603050405020304" pitchFamily="18" charset="0"/>
              </a:rPr>
              <a:t>).</a:t>
            </a:r>
          </a:p>
          <a:p>
            <a:pPr lvl="1"/>
            <a:endParaRPr lang="en-US" sz="2000">
              <a:solidFill>
                <a:schemeClr val="bg1"/>
              </a:solidFill>
              <a:latin typeface="Times New Roman" panose="02020603050405020304" pitchFamily="18" charset="0"/>
              <a:cs typeface="Times New Roman" panose="02020603050405020304" pitchFamily="18" charset="0"/>
            </a:endParaRPr>
          </a:p>
          <a:p>
            <a:pPr lvl="1"/>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lvl="1"/>
            <a:endParaRPr lang="en-US" sz="2000">
              <a:solidFill>
                <a:schemeClr val="bg1"/>
              </a:solidFill>
              <a:latin typeface="Times New Roman" panose="02020603050405020304" pitchFamily="18" charset="0"/>
              <a:cs typeface="Times New Roman" panose="02020603050405020304" pitchFamily="18" charset="0"/>
            </a:endParaRPr>
          </a:p>
          <a:p>
            <a:endParaRPr lang="en-US" b="1">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a:solidFill>
                  <a:schemeClr val="bg1"/>
                </a:solidFill>
                <a:latin typeface="Times New Roman" panose="02020603050405020304" pitchFamily="18" charset="0"/>
                <a:cs typeface="Times New Roman" panose="02020603050405020304" pitchFamily="18" charset="0"/>
              </a:rPr>
              <a:t>Categorical Analysis — Categorical Columns</a:t>
            </a:r>
            <a:endParaRPr lang="en-US">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a:solidFill>
                  <a:schemeClr val="bg1"/>
                </a:solidFill>
                <a:latin typeface="Times New Roman" panose="02020603050405020304" pitchFamily="18" charset="0"/>
                <a:cs typeface="Times New Roman" panose="02020603050405020304" pitchFamily="18" charset="0"/>
              </a:rPr>
              <a:t>Created Bar charts for all categorical columns to understand frequency distribution across categories</a:t>
            </a:r>
          </a:p>
          <a:p>
            <a:pPr marL="742950" lvl="1" indent="-285750">
              <a:buFont typeface="Wingdings" panose="05000000000000000000" pitchFamily="2" charset="2"/>
              <a:buChar char="ü"/>
            </a:pPr>
            <a:r>
              <a:rPr lang="en-US">
                <a:solidFill>
                  <a:schemeClr val="bg1"/>
                </a:solidFill>
                <a:latin typeface="Times New Roman" panose="02020603050405020304" pitchFamily="18" charset="0"/>
                <a:cs typeface="Times New Roman" panose="02020603050405020304" pitchFamily="18" charset="0"/>
              </a:rPr>
              <a:t>Identified high-cardinality column (e.g., Postal Code)</a:t>
            </a:r>
            <a:endParaRPr lang="en-US" sz="200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83F7A38-7C2F-56E7-2177-46413F8B63D7}"/>
              </a:ext>
            </a:extLst>
          </p:cNvPr>
          <p:cNvPicPr>
            <a:picLocks noChangeAspect="1"/>
          </p:cNvPicPr>
          <p:nvPr/>
        </p:nvPicPr>
        <p:blipFill>
          <a:blip r:embed="rId2"/>
          <a:stretch>
            <a:fillRect/>
          </a:stretch>
        </p:blipFill>
        <p:spPr>
          <a:xfrm>
            <a:off x="1537951" y="2069125"/>
            <a:ext cx="8137236" cy="1753923"/>
          </a:xfrm>
          <a:prstGeom prst="rect">
            <a:avLst/>
          </a:prstGeom>
        </p:spPr>
      </p:pic>
      <p:sp>
        <p:nvSpPr>
          <p:cNvPr id="6" name="Rectangle 5">
            <a:extLst>
              <a:ext uri="{FF2B5EF4-FFF2-40B4-BE49-F238E27FC236}">
                <a16:creationId xmlns:a16="http://schemas.microsoft.com/office/drawing/2014/main" id="{FAFE7FC9-4500-46D7-C910-E6E3809B1B81}"/>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Rectangle 8">
            <a:extLst>
              <a:ext uri="{FF2B5EF4-FFF2-40B4-BE49-F238E27FC236}">
                <a16:creationId xmlns:a16="http://schemas.microsoft.com/office/drawing/2014/main" id="{8DF3671F-DE5A-1C0A-E938-D6CFAA4EA3F2}"/>
              </a:ext>
            </a:extLst>
          </p:cNvPr>
          <p:cNvSpPr/>
          <p:nvPr/>
        </p:nvSpPr>
        <p:spPr bwMode="gray">
          <a:xfrm>
            <a:off x="8862291" y="6507018"/>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11" name="Picture 10">
            <a:extLst>
              <a:ext uri="{FF2B5EF4-FFF2-40B4-BE49-F238E27FC236}">
                <a16:creationId xmlns:a16="http://schemas.microsoft.com/office/drawing/2014/main" id="{FF3A0712-285F-E121-7C69-21BDA5420E80}"/>
              </a:ext>
            </a:extLst>
          </p:cNvPr>
          <p:cNvPicPr>
            <a:picLocks noChangeAspect="1"/>
          </p:cNvPicPr>
          <p:nvPr/>
        </p:nvPicPr>
        <p:blipFill>
          <a:blip r:embed="rId3"/>
          <a:stretch>
            <a:fillRect/>
          </a:stretch>
        </p:blipFill>
        <p:spPr>
          <a:xfrm>
            <a:off x="1537951" y="4653277"/>
            <a:ext cx="8137236" cy="1984239"/>
          </a:xfrm>
          <a:prstGeom prst="rect">
            <a:avLst/>
          </a:prstGeom>
        </p:spPr>
      </p:pic>
    </p:spTree>
    <p:extLst>
      <p:ext uri="{BB962C8B-B14F-4D97-AF65-F5344CB8AC3E}">
        <p14:creationId xmlns:p14="http://schemas.microsoft.com/office/powerpoint/2010/main" val="345634402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5145AA-5C90-607A-E9C0-6F2289F9DD5D}"/>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B925FEA1-30A7-69B1-7479-93F22DB144A8}"/>
              </a:ext>
            </a:extLst>
          </p:cNvPr>
          <p:cNvSpPr>
            <a:spLocks noGrp="1"/>
          </p:cNvSpPr>
          <p:nvPr>
            <p:ph type="body" sz="quarter" idx="10"/>
          </p:nvPr>
        </p:nvSpPr>
        <p:spPr>
          <a:xfrm>
            <a:off x="406593" y="232931"/>
            <a:ext cx="10399952" cy="764598"/>
          </a:xfrm>
        </p:spPr>
        <p:txBody>
          <a:bodyPr/>
          <a:lstStyle/>
          <a:p>
            <a:r>
              <a:rPr lang="en-US" sz="40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Engineering : </a:t>
            </a:r>
          </a:p>
        </p:txBody>
      </p:sp>
      <p:sp>
        <p:nvSpPr>
          <p:cNvPr id="2" name="TextBox 1">
            <a:extLst>
              <a:ext uri="{FF2B5EF4-FFF2-40B4-BE49-F238E27FC236}">
                <a16:creationId xmlns:a16="http://schemas.microsoft.com/office/drawing/2014/main" id="{DB92CF32-18D8-9137-AC6B-4E072879A70D}"/>
              </a:ext>
            </a:extLst>
          </p:cNvPr>
          <p:cNvSpPr txBox="1"/>
          <p:nvPr/>
        </p:nvSpPr>
        <p:spPr>
          <a:xfrm>
            <a:off x="406593" y="997529"/>
            <a:ext cx="7379662" cy="5924699"/>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sz="2000" b="1">
                <a:solidFill>
                  <a:schemeClr val="bg1"/>
                </a:solidFill>
                <a:latin typeface="Times New Roman" panose="02020603050405020304" pitchFamily="18" charset="0"/>
                <a:cs typeface="Times New Roman" panose="02020603050405020304" pitchFamily="18" charset="0"/>
              </a:rPr>
              <a:t>Statistical Analysis — All Columns vs Status</a:t>
            </a: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Numerical columns → </a:t>
            </a:r>
            <a:r>
              <a:rPr lang="en-US" sz="2000" err="1">
                <a:solidFill>
                  <a:schemeClr val="bg1"/>
                </a:solidFill>
                <a:latin typeface="Times New Roman" panose="02020603050405020304" pitchFamily="18" charset="0"/>
                <a:cs typeface="Times New Roman" panose="02020603050405020304" pitchFamily="18" charset="0"/>
              </a:rPr>
              <a:t>groupby</a:t>
            </a:r>
            <a:r>
              <a:rPr lang="en-US" sz="2000">
                <a:solidFill>
                  <a:schemeClr val="bg1"/>
                </a:solidFill>
                <a:latin typeface="Times New Roman" panose="02020603050405020304" pitchFamily="18" charset="0"/>
                <a:cs typeface="Times New Roman" panose="02020603050405020304" pitchFamily="18" charset="0"/>
              </a:rPr>
              <a:t>('Status').mean() to compare averages across groups</a:t>
            </a: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Categorical columns → </a:t>
            </a:r>
            <a:r>
              <a:rPr lang="en-US" sz="2000" b="1">
                <a:solidFill>
                  <a:schemeClr val="bg1"/>
                </a:solidFill>
                <a:latin typeface="Times New Roman" panose="02020603050405020304" pitchFamily="18" charset="0"/>
                <a:cs typeface="Times New Roman" panose="02020603050405020304" pitchFamily="18" charset="0"/>
              </a:rPr>
              <a:t>Cross-tabulation &amp; proportion analysis</a:t>
            </a:r>
            <a:r>
              <a:rPr lang="en-US" sz="2000">
                <a:solidFill>
                  <a:schemeClr val="bg1"/>
                </a:solidFill>
                <a:latin typeface="Times New Roman" panose="02020603050405020304" pitchFamily="18" charset="0"/>
                <a:cs typeface="Times New Roman" panose="02020603050405020304" pitchFamily="18" charset="0"/>
              </a:rPr>
              <a:t> to find influential categories</a:t>
            </a: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20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b="1">
                <a:solidFill>
                  <a:schemeClr val="bg1"/>
                </a:solidFill>
                <a:latin typeface="Times New Roman" panose="02020603050405020304" pitchFamily="18" charset="0"/>
                <a:cs typeface="Times New Roman" panose="02020603050405020304" pitchFamily="18" charset="0"/>
              </a:rPr>
              <a:t>Correlation Heatmap</a:t>
            </a:r>
            <a:endParaRPr lang="en-US" sz="20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Plotted </a:t>
            </a:r>
            <a:r>
              <a:rPr lang="en-US" sz="2000" b="1">
                <a:solidFill>
                  <a:schemeClr val="bg1"/>
                </a:solidFill>
                <a:latin typeface="Times New Roman" panose="02020603050405020304" pitchFamily="18" charset="0"/>
                <a:cs typeface="Times New Roman" panose="02020603050405020304" pitchFamily="18" charset="0"/>
              </a:rPr>
              <a:t>Pearson Correlation Heatmap</a:t>
            </a:r>
            <a:r>
              <a:rPr lang="en-US" sz="2000">
                <a:solidFill>
                  <a:schemeClr val="bg1"/>
                </a:solidFill>
                <a:latin typeface="Times New Roman" panose="02020603050405020304" pitchFamily="18" charset="0"/>
                <a:cs typeface="Times New Roman" panose="02020603050405020304" pitchFamily="18" charset="0"/>
              </a:rPr>
              <a:t> for all numerical features</a:t>
            </a:r>
          </a:p>
          <a:p>
            <a:pPr marL="742950" lvl="1" indent="-285750">
              <a:buFont typeface="Wingdings" panose="05000000000000000000" pitchFamily="2" charset="2"/>
              <a:buChar char="ü"/>
            </a:pPr>
            <a:r>
              <a:rPr lang="en-US" sz="2000">
                <a:solidFill>
                  <a:schemeClr val="bg1"/>
                </a:solidFill>
                <a:latin typeface="Times New Roman" panose="02020603050405020304" pitchFamily="18" charset="0"/>
                <a:cs typeface="Times New Roman" panose="02020603050405020304" pitchFamily="18" charset="0"/>
              </a:rPr>
              <a:t>Identified highly correlated features flagged for possible potential removal</a:t>
            </a:r>
          </a:p>
          <a:p>
            <a:pPr marL="285750" indent="-285750">
              <a:spcBef>
                <a:spcPts val="600"/>
              </a:spcBef>
              <a:buSzPct val="100000"/>
              <a:buFont typeface="Wingdings" panose="05000000000000000000" pitchFamily="2" charset="2"/>
              <a:buChar char="Ø"/>
            </a:pPr>
            <a:endParaRPr lang="en-US" sz="2000">
              <a:solidFill>
                <a:srgbClr val="31313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D65084B-6C56-43D8-7692-3BF8F3BE78BA}"/>
              </a:ext>
            </a:extLst>
          </p:cNvPr>
          <p:cNvPicPr>
            <a:picLocks noChangeAspect="1"/>
          </p:cNvPicPr>
          <p:nvPr/>
        </p:nvPicPr>
        <p:blipFill>
          <a:blip r:embed="rId2"/>
          <a:stretch>
            <a:fillRect/>
          </a:stretch>
        </p:blipFill>
        <p:spPr>
          <a:xfrm>
            <a:off x="7998692" y="4858906"/>
            <a:ext cx="2479412" cy="1573975"/>
          </a:xfrm>
          <a:prstGeom prst="rect">
            <a:avLst/>
          </a:prstGeom>
        </p:spPr>
      </p:pic>
      <p:pic>
        <p:nvPicPr>
          <p:cNvPr id="6" name="Picture 5">
            <a:extLst>
              <a:ext uri="{FF2B5EF4-FFF2-40B4-BE49-F238E27FC236}">
                <a16:creationId xmlns:a16="http://schemas.microsoft.com/office/drawing/2014/main" id="{80898873-91E5-DCE0-3843-8CD48B93135F}"/>
              </a:ext>
            </a:extLst>
          </p:cNvPr>
          <p:cNvPicPr>
            <a:picLocks noChangeAspect="1"/>
          </p:cNvPicPr>
          <p:nvPr/>
        </p:nvPicPr>
        <p:blipFill>
          <a:blip r:embed="rId3"/>
          <a:stretch>
            <a:fillRect/>
          </a:stretch>
        </p:blipFill>
        <p:spPr>
          <a:xfrm>
            <a:off x="406593" y="2579591"/>
            <a:ext cx="11378814" cy="2241723"/>
          </a:xfrm>
          <a:prstGeom prst="rect">
            <a:avLst/>
          </a:prstGeom>
        </p:spPr>
      </p:pic>
      <p:sp>
        <p:nvSpPr>
          <p:cNvPr id="8" name="Rectangle 7">
            <a:extLst>
              <a:ext uri="{FF2B5EF4-FFF2-40B4-BE49-F238E27FC236}">
                <a16:creationId xmlns:a16="http://schemas.microsoft.com/office/drawing/2014/main" id="{818B8A6C-5EBB-C923-4A99-2C122BB4A5B6}"/>
              </a:ext>
            </a:extLst>
          </p:cNvPr>
          <p:cNvSpPr/>
          <p:nvPr/>
        </p:nvSpPr>
        <p:spPr bwMode="gray">
          <a:xfrm>
            <a:off x="342296" y="6461237"/>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C0008685-E638-21E3-6718-5EA8D45BB1F3}"/>
              </a:ext>
            </a:extLst>
          </p:cNvPr>
          <p:cNvSpPr/>
          <p:nvPr/>
        </p:nvSpPr>
        <p:spPr bwMode="gray">
          <a:xfrm>
            <a:off x="8894068" y="6493564"/>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4303297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1B19A1-517B-E05B-21C6-FF2534BCC21D}"/>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4BF15FA4-7618-2FDF-91B5-040734A1979B}"/>
              </a:ext>
            </a:extLst>
          </p:cNvPr>
          <p:cNvSpPr>
            <a:spLocks noGrp="1"/>
          </p:cNvSpPr>
          <p:nvPr>
            <p:ph type="body" sz="quarter" idx="10"/>
          </p:nvPr>
        </p:nvSpPr>
        <p:spPr>
          <a:xfrm>
            <a:off x="175683" y="205220"/>
            <a:ext cx="10372243" cy="690707"/>
          </a:xfrm>
        </p:spPr>
        <p:txBody>
          <a:bodyPr/>
          <a:lstStyle/>
          <a:p>
            <a:r>
              <a:rPr lang="en-US" sz="36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Engineering : </a:t>
            </a:r>
          </a:p>
        </p:txBody>
      </p:sp>
      <p:sp>
        <p:nvSpPr>
          <p:cNvPr id="2" name="TextBox 1">
            <a:extLst>
              <a:ext uri="{FF2B5EF4-FFF2-40B4-BE49-F238E27FC236}">
                <a16:creationId xmlns:a16="http://schemas.microsoft.com/office/drawing/2014/main" id="{8CC34145-D42B-FC0D-66AD-5ED7549B014E}"/>
              </a:ext>
            </a:extLst>
          </p:cNvPr>
          <p:cNvSpPr txBox="1"/>
          <p:nvPr/>
        </p:nvSpPr>
        <p:spPr>
          <a:xfrm>
            <a:off x="175683" y="895927"/>
            <a:ext cx="10926426" cy="4801314"/>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sz="2400" b="1">
                <a:solidFill>
                  <a:schemeClr val="bg1"/>
                </a:solidFill>
                <a:latin typeface="Times New Roman" panose="02020603050405020304" pitchFamily="18" charset="0"/>
                <a:cs typeface="Times New Roman" panose="02020603050405020304" pitchFamily="18" charset="0"/>
              </a:rPr>
              <a:t>Dropped Unnecessary Columns</a:t>
            </a:r>
            <a:endParaRPr lang="en-US" sz="24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400">
                <a:solidFill>
                  <a:schemeClr val="bg1"/>
                </a:solidFill>
                <a:latin typeface="Times New Roman" panose="02020603050405020304" pitchFamily="18" charset="0"/>
                <a:cs typeface="Times New Roman" panose="02020603050405020304" pitchFamily="18" charset="0"/>
              </a:rPr>
              <a:t>Removed Sno, </a:t>
            </a:r>
            <a:r>
              <a:rPr lang="en-US" sz="2400" err="1">
                <a:solidFill>
                  <a:schemeClr val="bg1"/>
                </a:solidFill>
                <a:latin typeface="Times New Roman" panose="02020603050405020304" pitchFamily="18" charset="0"/>
                <a:cs typeface="Times New Roman" panose="02020603050405020304" pitchFamily="18" charset="0"/>
              </a:rPr>
              <a:t>Candidate_ID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Location_ID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Region_Id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Domicile_Id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LOB_Id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Date_of_Interview</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Postal_Code</a:t>
            </a:r>
            <a:r>
              <a:rPr lang="en-US" sz="2400">
                <a:solidFill>
                  <a:schemeClr val="bg1"/>
                </a:solidFill>
                <a:latin typeface="Times New Roman" panose="02020603050405020304" pitchFamily="18" charset="0"/>
                <a:cs typeface="Times New Roman" panose="02020603050405020304" pitchFamily="18" charset="0"/>
              </a:rPr>
              <a:t> — IDs, duplicates of name columns, or low ML relevance</a:t>
            </a:r>
          </a:p>
          <a:p>
            <a:pPr lvl="1"/>
            <a:endParaRPr lang="en-US" sz="24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solidFill>
                  <a:schemeClr val="bg1"/>
                </a:solidFill>
                <a:latin typeface="Times New Roman" panose="02020603050405020304" pitchFamily="18" charset="0"/>
                <a:cs typeface="Times New Roman" panose="02020603050405020304" pitchFamily="18" charset="0"/>
              </a:rPr>
              <a:t>Encoding of Categorical Columns</a:t>
            </a:r>
            <a:endParaRPr lang="en-US" sz="24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400" b="1">
                <a:solidFill>
                  <a:schemeClr val="bg1"/>
                </a:solidFill>
                <a:latin typeface="Times New Roman" panose="02020603050405020304" pitchFamily="18" charset="0"/>
                <a:cs typeface="Times New Roman" panose="02020603050405020304" pitchFamily="18" charset="0"/>
              </a:rPr>
              <a:t>Label Encoding</a:t>
            </a:r>
            <a:r>
              <a:rPr lang="en-US" sz="2400">
                <a:solidFill>
                  <a:schemeClr val="bg1"/>
                </a:solidFill>
                <a:latin typeface="Times New Roman" panose="02020603050405020304" pitchFamily="18" charset="0"/>
                <a:cs typeface="Times New Roman" panose="02020603050405020304" pitchFamily="18" charset="0"/>
              </a:rPr>
              <a:t> → </a:t>
            </a:r>
            <a:r>
              <a:rPr lang="en-US" sz="2400" err="1">
                <a:solidFill>
                  <a:schemeClr val="bg1"/>
                </a:solidFill>
                <a:latin typeface="Times New Roman" panose="02020603050405020304" pitchFamily="18" charset="0"/>
                <a:cs typeface="Times New Roman" panose="02020603050405020304" pitchFamily="18" charset="0"/>
              </a:rPr>
              <a:t>DOJ_Extended</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Joining_Bonus</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Candidate_relocate_actual</a:t>
            </a:r>
            <a:r>
              <a:rPr lang="en-US" sz="2400">
                <a:solidFill>
                  <a:schemeClr val="bg1"/>
                </a:solidFill>
                <a:latin typeface="Times New Roman" panose="02020603050405020304" pitchFamily="18" charset="0"/>
                <a:cs typeface="Times New Roman" panose="02020603050405020304" pitchFamily="18" charset="0"/>
              </a:rPr>
              <a:t> (No=0, Yes=1) &amp; Gender (Male=0, Female=1)</a:t>
            </a:r>
          </a:p>
          <a:p>
            <a:pPr marL="742950" lvl="1" indent="-285750">
              <a:buFont typeface="Wingdings" panose="05000000000000000000" pitchFamily="2" charset="2"/>
              <a:buChar char="ü"/>
            </a:pPr>
            <a:r>
              <a:rPr lang="en-US" sz="2400" b="1">
                <a:solidFill>
                  <a:schemeClr val="bg1"/>
                </a:solidFill>
                <a:latin typeface="Times New Roman" panose="02020603050405020304" pitchFamily="18" charset="0"/>
                <a:cs typeface="Times New Roman" panose="02020603050405020304" pitchFamily="18" charset="0"/>
              </a:rPr>
              <a:t>Target Encoding</a:t>
            </a:r>
            <a:r>
              <a:rPr lang="en-US" sz="2400">
                <a:solidFill>
                  <a:schemeClr val="bg1"/>
                </a:solidFill>
                <a:latin typeface="Times New Roman" panose="02020603050405020304" pitchFamily="18" charset="0"/>
                <a:cs typeface="Times New Roman" panose="02020603050405020304" pitchFamily="18" charset="0"/>
              </a:rPr>
              <a:t> → Status : Joined = 0, Not Joined = 1</a:t>
            </a:r>
          </a:p>
          <a:p>
            <a:pPr marL="742950" lvl="1" indent="-285750">
              <a:buFont typeface="Wingdings" panose="05000000000000000000" pitchFamily="2" charset="2"/>
              <a:buChar char="ü"/>
            </a:pPr>
            <a:r>
              <a:rPr lang="en-US" sz="2400" b="1">
                <a:solidFill>
                  <a:schemeClr val="bg1"/>
                </a:solidFill>
                <a:latin typeface="Times New Roman" panose="02020603050405020304" pitchFamily="18" charset="0"/>
                <a:cs typeface="Times New Roman" panose="02020603050405020304" pitchFamily="18" charset="0"/>
              </a:rPr>
              <a:t>Ordinal Encoding</a:t>
            </a:r>
            <a:r>
              <a:rPr lang="en-US" sz="2400">
                <a:solidFill>
                  <a:schemeClr val="bg1"/>
                </a:solidFill>
                <a:latin typeface="Times New Roman" panose="02020603050405020304" pitchFamily="18" charset="0"/>
                <a:cs typeface="Times New Roman" panose="02020603050405020304" pitchFamily="18" charset="0"/>
              </a:rPr>
              <a:t> → </a:t>
            </a:r>
            <a:r>
              <a:rPr lang="en-US" sz="2400" err="1">
                <a:solidFill>
                  <a:schemeClr val="bg1"/>
                </a:solidFill>
                <a:latin typeface="Times New Roman" panose="02020603050405020304" pitchFamily="18" charset="0"/>
                <a:cs typeface="Times New Roman" panose="02020603050405020304" pitchFamily="18" charset="0"/>
              </a:rPr>
              <a:t>Offered_Band</a:t>
            </a:r>
            <a:r>
              <a:rPr lang="en-US" sz="2400">
                <a:solidFill>
                  <a:schemeClr val="bg1"/>
                </a:solidFill>
                <a:latin typeface="Times New Roman" panose="02020603050405020304" pitchFamily="18" charset="0"/>
                <a:cs typeface="Times New Roman" panose="02020603050405020304" pitchFamily="18" charset="0"/>
              </a:rPr>
              <a:t> : natural order preserved (E0&gt;E1&gt;E2&gt;E3)</a:t>
            </a:r>
          </a:p>
          <a:p>
            <a:pPr marL="742950" lvl="1" indent="-285750">
              <a:buFont typeface="Wingdings" panose="05000000000000000000" pitchFamily="2" charset="2"/>
              <a:buChar char="ü"/>
            </a:pPr>
            <a:r>
              <a:rPr lang="en-US" sz="2400" b="1">
                <a:solidFill>
                  <a:schemeClr val="bg1"/>
                </a:solidFill>
                <a:latin typeface="Times New Roman" panose="02020603050405020304" pitchFamily="18" charset="0"/>
                <a:cs typeface="Times New Roman" panose="02020603050405020304" pitchFamily="18" charset="0"/>
              </a:rPr>
              <a:t>One-Hot Encoding</a:t>
            </a:r>
            <a:r>
              <a:rPr lang="en-US" sz="2400">
                <a:solidFill>
                  <a:schemeClr val="bg1"/>
                </a:solidFill>
                <a:latin typeface="Times New Roman" panose="02020603050405020304" pitchFamily="18" charset="0"/>
                <a:cs typeface="Times New Roman" panose="02020603050405020304" pitchFamily="18" charset="0"/>
              </a:rPr>
              <a:t> → LOB, </a:t>
            </a:r>
            <a:r>
              <a:rPr lang="en-US" sz="2400" err="1">
                <a:solidFill>
                  <a:schemeClr val="bg1"/>
                </a:solidFill>
                <a:latin typeface="Times New Roman" panose="02020603050405020304" pitchFamily="18" charset="0"/>
                <a:cs typeface="Times New Roman" panose="02020603050405020304" pitchFamily="18" charset="0"/>
              </a:rPr>
              <a:t>Domicile_Name</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Location_Name</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Region_Name</a:t>
            </a:r>
            <a:r>
              <a:rPr lang="en-US" sz="2400">
                <a:solidFill>
                  <a:schemeClr val="bg1"/>
                </a:solidFill>
                <a:latin typeface="Times New Roman" panose="02020603050405020304" pitchFamily="18" charset="0"/>
                <a:cs typeface="Times New Roman" panose="02020603050405020304" pitchFamily="18" charset="0"/>
              </a:rPr>
              <a:t>, </a:t>
            </a:r>
            <a:r>
              <a:rPr lang="en-US" sz="2400" err="1">
                <a:solidFill>
                  <a:schemeClr val="bg1"/>
                </a:solidFill>
                <a:latin typeface="Times New Roman" panose="02020603050405020304" pitchFamily="18" charset="0"/>
                <a:cs typeface="Times New Roman" panose="02020603050405020304" pitchFamily="18" charset="0"/>
              </a:rPr>
              <a:t>Candidate_Source</a:t>
            </a:r>
            <a:r>
              <a:rPr lang="en-US" sz="2400">
                <a:solidFill>
                  <a:schemeClr val="bg1"/>
                </a:solidFill>
                <a:latin typeface="Times New Roman" panose="02020603050405020304" pitchFamily="18" charset="0"/>
                <a:cs typeface="Times New Roman" panose="02020603050405020304" pitchFamily="18" charset="0"/>
              </a:rPr>
              <a:t> → Final shape: </a:t>
            </a:r>
            <a:r>
              <a:rPr lang="en-US" sz="2400" b="1">
                <a:solidFill>
                  <a:schemeClr val="bg1"/>
                </a:solidFill>
                <a:latin typeface="Times New Roman" panose="02020603050405020304" pitchFamily="18" charset="0"/>
                <a:cs typeface="Times New Roman" panose="02020603050405020304" pitchFamily="18" charset="0"/>
              </a:rPr>
              <a:t>43 columns</a:t>
            </a:r>
            <a:endParaRPr lang="en-US" sz="24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400">
              <a:solidFill>
                <a:schemeClr val="bg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09C811A-F85F-6B12-5F8E-096008CEC6CF}"/>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 name="Rectangle 6">
            <a:extLst>
              <a:ext uri="{FF2B5EF4-FFF2-40B4-BE49-F238E27FC236}">
                <a16:creationId xmlns:a16="http://schemas.microsoft.com/office/drawing/2014/main" id="{B0C4E7BD-9AE2-E53A-300F-6C554B8D862F}"/>
              </a:ext>
            </a:extLst>
          </p:cNvPr>
          <p:cNvSpPr/>
          <p:nvPr/>
        </p:nvSpPr>
        <p:spPr bwMode="gray">
          <a:xfrm>
            <a:off x="8760691" y="6477289"/>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3432980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F279E101-A9A1-4E46-A150-D9802F8C8838}"/>
              </a:ext>
            </a:extLst>
          </p:cNvPr>
          <p:cNvSpPr>
            <a:spLocks noGrp="1"/>
          </p:cNvSpPr>
          <p:nvPr>
            <p:ph type="body" sz="quarter" idx="10"/>
          </p:nvPr>
        </p:nvSpPr>
        <p:spPr>
          <a:xfrm>
            <a:off x="175683" y="205220"/>
            <a:ext cx="10372243" cy="690707"/>
          </a:xfrm>
        </p:spPr>
        <p:txBody>
          <a:bodyPr/>
          <a:lstStyle/>
          <a:p>
            <a:r>
              <a:rPr lang="en-US" sz="3600" b="1" noProof="0">
                <a:solidFill>
                  <a:srgbClr val="86BC25"/>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 Engineering : </a:t>
            </a:r>
          </a:p>
        </p:txBody>
      </p:sp>
      <p:sp>
        <p:nvSpPr>
          <p:cNvPr id="2" name="TextBox 1">
            <a:extLst>
              <a:ext uri="{FF2B5EF4-FFF2-40B4-BE49-F238E27FC236}">
                <a16:creationId xmlns:a16="http://schemas.microsoft.com/office/drawing/2014/main" id="{3D9BD64B-F838-4DBE-C32B-61105006F707}"/>
              </a:ext>
            </a:extLst>
          </p:cNvPr>
          <p:cNvSpPr txBox="1"/>
          <p:nvPr/>
        </p:nvSpPr>
        <p:spPr>
          <a:xfrm>
            <a:off x="175683" y="895927"/>
            <a:ext cx="10926426" cy="5416868"/>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sz="1600" b="1">
                <a:solidFill>
                  <a:schemeClr val="bg1"/>
                </a:solidFill>
                <a:latin typeface="Times New Roman" panose="02020603050405020304" pitchFamily="18" charset="0"/>
                <a:cs typeface="Times New Roman" panose="02020603050405020304" pitchFamily="18" charset="0"/>
              </a:rPr>
              <a:t>Scaling Strategy (Skewness Test) : </a:t>
            </a: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1600">
                <a:solidFill>
                  <a:schemeClr val="bg1"/>
                </a:solidFill>
                <a:latin typeface="Times New Roman" panose="02020603050405020304" pitchFamily="18" charset="0"/>
                <a:cs typeface="Times New Roman" panose="02020603050405020304" pitchFamily="18" charset="0"/>
              </a:rPr>
              <a:t>Used Skewness threshold (±0.5) to decide scaling per column</a:t>
            </a:r>
          </a:p>
          <a:p>
            <a:pPr marL="742950" lvl="1" indent="-285750">
              <a:buFont typeface="Wingdings" panose="05000000000000000000" pitchFamily="2" charset="2"/>
              <a:buChar char="ü"/>
            </a:pPr>
            <a:r>
              <a:rPr lang="en-US" sz="1600">
                <a:solidFill>
                  <a:schemeClr val="bg1"/>
                </a:solidFill>
                <a:latin typeface="Times New Roman" panose="02020603050405020304" pitchFamily="18" charset="0"/>
                <a:cs typeface="Times New Roman" panose="02020603050405020304" pitchFamily="18" charset="0"/>
              </a:rPr>
              <a:t>Standardization (mean=0, std=1) → </a:t>
            </a:r>
            <a:r>
              <a:rPr lang="en-US" sz="1600" err="1">
                <a:solidFill>
                  <a:schemeClr val="bg1"/>
                </a:solidFill>
                <a:latin typeface="Times New Roman" panose="02020603050405020304" pitchFamily="18" charset="0"/>
                <a:cs typeface="Times New Roman" panose="02020603050405020304" pitchFamily="18" charset="0"/>
              </a:rPr>
              <a:t>CTC_diff_pct</a:t>
            </a:r>
            <a:r>
              <a:rPr lang="en-US" sz="1600">
                <a:solidFill>
                  <a:schemeClr val="bg1"/>
                </a:solidFill>
                <a:latin typeface="Times New Roman" panose="02020603050405020304" pitchFamily="18" charset="0"/>
                <a:cs typeface="Times New Roman" panose="02020603050405020304" pitchFamily="18" charset="0"/>
              </a:rPr>
              <a:t> (skew= -0.137), Age (skew= 0.398) — near-normal distribution</a:t>
            </a:r>
          </a:p>
          <a:p>
            <a:pPr marL="742950" lvl="1" indent="-285750">
              <a:buFont typeface="Wingdings" panose="05000000000000000000" pitchFamily="2" charset="2"/>
              <a:buChar char="ü"/>
            </a:pPr>
            <a:r>
              <a:rPr lang="en-US" sz="1600">
                <a:solidFill>
                  <a:schemeClr val="bg1"/>
                </a:solidFill>
                <a:latin typeface="Times New Roman" panose="02020603050405020304" pitchFamily="18" charset="0"/>
                <a:cs typeface="Times New Roman" panose="02020603050405020304" pitchFamily="18" charset="0"/>
              </a:rPr>
              <a:t>Min-Max Scaling (0 to 1) → </a:t>
            </a:r>
            <a:r>
              <a:rPr lang="en-US" sz="1600" err="1">
                <a:solidFill>
                  <a:schemeClr val="bg1"/>
                </a:solidFill>
                <a:latin typeface="Times New Roman" panose="02020603050405020304" pitchFamily="18" charset="0"/>
                <a:cs typeface="Times New Roman" panose="02020603050405020304" pitchFamily="18" charset="0"/>
              </a:rPr>
              <a:t>Acceptance_days</a:t>
            </a:r>
            <a:r>
              <a:rPr lang="en-US" sz="1600">
                <a:solidFill>
                  <a:schemeClr val="bg1"/>
                </a:solidFill>
                <a:latin typeface="Times New Roman" panose="02020603050405020304" pitchFamily="18" charset="0"/>
                <a:cs typeface="Times New Roman" panose="02020603050405020304" pitchFamily="18" charset="0"/>
              </a:rPr>
              <a:t>, </a:t>
            </a:r>
            <a:r>
              <a:rPr lang="en-US" sz="1600" err="1">
                <a:solidFill>
                  <a:schemeClr val="bg1"/>
                </a:solidFill>
                <a:latin typeface="Times New Roman" panose="02020603050405020304" pitchFamily="18" charset="0"/>
                <a:cs typeface="Times New Roman" panose="02020603050405020304" pitchFamily="18" charset="0"/>
              </a:rPr>
              <a:t>Notice_Period</a:t>
            </a:r>
            <a:r>
              <a:rPr lang="en-US" sz="1600">
                <a:solidFill>
                  <a:schemeClr val="bg1"/>
                </a:solidFill>
                <a:latin typeface="Times New Roman" panose="02020603050405020304" pitchFamily="18" charset="0"/>
                <a:cs typeface="Times New Roman" panose="02020603050405020304" pitchFamily="18" charset="0"/>
              </a:rPr>
              <a:t>, </a:t>
            </a:r>
            <a:r>
              <a:rPr lang="en-US" sz="1600" err="1">
                <a:solidFill>
                  <a:schemeClr val="bg1"/>
                </a:solidFill>
                <a:latin typeface="Times New Roman" panose="02020603050405020304" pitchFamily="18" charset="0"/>
                <a:cs typeface="Times New Roman" panose="02020603050405020304" pitchFamily="18" charset="0"/>
              </a:rPr>
              <a:t>Expected_CTC_hike_pct</a:t>
            </a:r>
            <a:r>
              <a:rPr lang="en-US" sz="1600">
                <a:solidFill>
                  <a:schemeClr val="bg1"/>
                </a:solidFill>
                <a:latin typeface="Times New Roman" panose="02020603050405020304" pitchFamily="18" charset="0"/>
                <a:cs typeface="Times New Roman" panose="02020603050405020304" pitchFamily="18" charset="0"/>
              </a:rPr>
              <a:t>, </a:t>
            </a:r>
            <a:r>
              <a:rPr lang="en-US" sz="1600" err="1">
                <a:solidFill>
                  <a:schemeClr val="bg1"/>
                </a:solidFill>
                <a:latin typeface="Times New Roman" panose="02020603050405020304" pitchFamily="18" charset="0"/>
                <a:cs typeface="Times New Roman" panose="02020603050405020304" pitchFamily="18" charset="0"/>
              </a:rPr>
              <a:t>Offered_CTC_hike_pct</a:t>
            </a:r>
            <a:r>
              <a:rPr lang="en-US" sz="1600">
                <a:solidFill>
                  <a:schemeClr val="bg1"/>
                </a:solidFill>
                <a:latin typeface="Times New Roman" panose="02020603050405020304" pitchFamily="18" charset="0"/>
                <a:cs typeface="Times New Roman" panose="02020603050405020304" pitchFamily="18" charset="0"/>
              </a:rPr>
              <a:t>, </a:t>
            </a:r>
            <a:r>
              <a:rPr lang="en-US" sz="1600" err="1">
                <a:solidFill>
                  <a:schemeClr val="bg1"/>
                </a:solidFill>
                <a:latin typeface="Times New Roman" panose="02020603050405020304" pitchFamily="18" charset="0"/>
                <a:cs typeface="Times New Roman" panose="02020603050405020304" pitchFamily="18" charset="0"/>
              </a:rPr>
              <a:t>Experience_years</a:t>
            </a:r>
            <a:r>
              <a:rPr lang="en-US" sz="1600">
                <a:solidFill>
                  <a:schemeClr val="bg1"/>
                </a:solidFill>
                <a:latin typeface="Times New Roman" panose="02020603050405020304" pitchFamily="18" charset="0"/>
                <a:cs typeface="Times New Roman" panose="02020603050405020304" pitchFamily="18" charset="0"/>
              </a:rPr>
              <a:t> — skewed distributions</a:t>
            </a: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sz="160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1600" b="1">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1600" b="1">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1600" b="1">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a:solidFill>
                  <a:schemeClr val="bg1"/>
                </a:solidFill>
                <a:latin typeface="Times New Roman" panose="02020603050405020304" pitchFamily="18" charset="0"/>
                <a:cs typeface="Times New Roman" panose="02020603050405020304" pitchFamily="18" charset="0"/>
              </a:rPr>
              <a:t>Class Imbalance : </a:t>
            </a:r>
            <a:endParaRPr lang="en-US" sz="1600">
              <a:solidFill>
                <a:schemeClr val="bg1"/>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1600" b="1">
                <a:solidFill>
                  <a:schemeClr val="bg1"/>
                </a:solidFill>
                <a:latin typeface="Times New Roman" panose="02020603050405020304" pitchFamily="18" charset="0"/>
                <a:cs typeface="Times New Roman" panose="02020603050405020304" pitchFamily="18" charset="0"/>
              </a:rPr>
              <a:t>SMOTE</a:t>
            </a:r>
            <a:r>
              <a:rPr lang="en-US" sz="1600">
                <a:solidFill>
                  <a:schemeClr val="bg1"/>
                </a:solidFill>
                <a:latin typeface="Times New Roman" panose="02020603050405020304" pitchFamily="18" charset="0"/>
                <a:cs typeface="Times New Roman" panose="02020603050405020304" pitchFamily="18" charset="0"/>
              </a:rPr>
              <a:t> applied on training data → balanced from </a:t>
            </a:r>
            <a:r>
              <a:rPr lang="en-US" sz="1600" b="1">
                <a:solidFill>
                  <a:schemeClr val="bg1"/>
                </a:solidFill>
                <a:latin typeface="Times New Roman" panose="02020603050405020304" pitchFamily="18" charset="0"/>
                <a:cs typeface="Times New Roman" panose="02020603050405020304" pitchFamily="18" charset="0"/>
              </a:rPr>
              <a:t>4.3:1 to 1:1</a:t>
            </a:r>
            <a:r>
              <a:rPr lang="en-US" sz="1600">
                <a:solidFill>
                  <a:schemeClr val="bg1"/>
                </a:solidFill>
                <a:latin typeface="Times New Roman" panose="02020603050405020304" pitchFamily="18" charset="0"/>
                <a:cs typeface="Times New Roman" panose="02020603050405020304" pitchFamily="18" charset="0"/>
              </a:rPr>
              <a:t> (5850 : 5850)</a:t>
            </a:r>
          </a:p>
          <a:p>
            <a:pPr marL="742950" lvl="1" indent="-285750">
              <a:buFont typeface="Wingdings" panose="05000000000000000000" pitchFamily="2" charset="2"/>
              <a:buChar char="ü"/>
            </a:pPr>
            <a:r>
              <a:rPr lang="en-US" sz="1600">
                <a:solidFill>
                  <a:schemeClr val="bg1"/>
                </a:solidFill>
                <a:latin typeface="Times New Roman" panose="02020603050405020304" pitchFamily="18" charset="0"/>
                <a:cs typeface="Times New Roman" panose="02020603050405020304" pitchFamily="18" charset="0"/>
              </a:rPr>
              <a:t>Final ML-ready shape → </a:t>
            </a:r>
            <a:r>
              <a:rPr lang="en-US" sz="1600" b="1">
                <a:solidFill>
                  <a:schemeClr val="bg1"/>
                </a:solidFill>
                <a:latin typeface="Times New Roman" panose="02020603050405020304" pitchFamily="18" charset="0"/>
                <a:cs typeface="Times New Roman" panose="02020603050405020304" pitchFamily="18" charset="0"/>
              </a:rPr>
              <a:t>X: (8995 × 43) &amp; y: Joined=7313, Not Joined=1682</a:t>
            </a:r>
            <a:endParaRPr lang="en-US" sz="160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9A3192-1314-95F8-90BC-AFA0E80766D8}"/>
              </a:ext>
            </a:extLst>
          </p:cNvPr>
          <p:cNvPicPr>
            <a:picLocks noChangeAspect="1"/>
          </p:cNvPicPr>
          <p:nvPr/>
        </p:nvPicPr>
        <p:blipFill>
          <a:blip r:embed="rId3"/>
          <a:stretch>
            <a:fillRect/>
          </a:stretch>
        </p:blipFill>
        <p:spPr>
          <a:xfrm>
            <a:off x="2475345" y="2143856"/>
            <a:ext cx="9540972" cy="1652289"/>
          </a:xfrm>
          <a:prstGeom prst="rect">
            <a:avLst/>
          </a:prstGeom>
        </p:spPr>
      </p:pic>
      <p:pic>
        <p:nvPicPr>
          <p:cNvPr id="7" name="Picture 6">
            <a:extLst>
              <a:ext uri="{FF2B5EF4-FFF2-40B4-BE49-F238E27FC236}">
                <a16:creationId xmlns:a16="http://schemas.microsoft.com/office/drawing/2014/main" id="{880EC424-3087-2B8C-676A-3DA462281C97}"/>
              </a:ext>
            </a:extLst>
          </p:cNvPr>
          <p:cNvPicPr>
            <a:picLocks noChangeAspect="1"/>
          </p:cNvPicPr>
          <p:nvPr/>
        </p:nvPicPr>
        <p:blipFill>
          <a:blip r:embed="rId4"/>
          <a:stretch>
            <a:fillRect/>
          </a:stretch>
        </p:blipFill>
        <p:spPr>
          <a:xfrm>
            <a:off x="247398" y="3834065"/>
            <a:ext cx="9540972" cy="1652289"/>
          </a:xfrm>
          <a:prstGeom prst="rect">
            <a:avLst/>
          </a:prstGeom>
        </p:spPr>
      </p:pic>
      <p:sp>
        <p:nvSpPr>
          <p:cNvPr id="11" name="TextBox 10">
            <a:extLst>
              <a:ext uri="{FF2B5EF4-FFF2-40B4-BE49-F238E27FC236}">
                <a16:creationId xmlns:a16="http://schemas.microsoft.com/office/drawing/2014/main" id="{3B1CD660-7225-E5B6-ED4B-EE75379E9539}"/>
              </a:ext>
            </a:extLst>
          </p:cNvPr>
          <p:cNvSpPr txBox="1"/>
          <p:nvPr/>
        </p:nvSpPr>
        <p:spPr>
          <a:xfrm>
            <a:off x="10141909" y="4179338"/>
            <a:ext cx="1597509" cy="938719"/>
          </a:xfrm>
          <a:prstGeom prst="rect">
            <a:avLst/>
          </a:prstGeom>
          <a:noFill/>
        </p:spPr>
        <p:txBody>
          <a:bodyPr wrap="square" lIns="0" tIns="0" rIns="0" bIns="0" rtlCol="0">
            <a:spAutoFit/>
          </a:bodyPr>
          <a:lstStyle/>
          <a:p>
            <a:pPr>
              <a:spcBef>
                <a:spcPts val="600"/>
              </a:spcBef>
              <a:buSzPct val="100000"/>
            </a:pP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After</a:t>
            </a:r>
          </a:p>
          <a:p>
            <a:pPr>
              <a:spcBef>
                <a:spcPts val="600"/>
              </a:spcBef>
              <a:buSzPct val="100000"/>
            </a:pP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Scaling</a:t>
            </a:r>
          </a:p>
        </p:txBody>
      </p:sp>
      <p:sp>
        <p:nvSpPr>
          <p:cNvPr id="13" name="TextBox 12">
            <a:extLst>
              <a:ext uri="{FF2B5EF4-FFF2-40B4-BE49-F238E27FC236}">
                <a16:creationId xmlns:a16="http://schemas.microsoft.com/office/drawing/2014/main" id="{753F2DD0-9C9D-44EE-AF33-71AC732A0FE7}"/>
              </a:ext>
            </a:extLst>
          </p:cNvPr>
          <p:cNvSpPr txBox="1"/>
          <p:nvPr/>
        </p:nvSpPr>
        <p:spPr>
          <a:xfrm>
            <a:off x="914782" y="2614824"/>
            <a:ext cx="1597509" cy="938719"/>
          </a:xfrm>
          <a:prstGeom prst="rect">
            <a:avLst/>
          </a:prstGeom>
          <a:noFill/>
        </p:spPr>
        <p:txBody>
          <a:bodyPr wrap="square" lIns="0" tIns="0" rIns="0" bIns="0" rtlCol="0">
            <a:spAutoFit/>
          </a:bodyPr>
          <a:lstStyle/>
          <a:p>
            <a:pPr>
              <a:spcBef>
                <a:spcPts val="600"/>
              </a:spcBef>
              <a:buSzPct val="100000"/>
            </a:pP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Before</a:t>
            </a:r>
          </a:p>
          <a:p>
            <a:pPr>
              <a:spcBef>
                <a:spcPts val="600"/>
              </a:spcBef>
              <a:buSzPct val="100000"/>
            </a:pPr>
            <a:r>
              <a:rPr lang="en-US" sz="2800" b="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Scaling</a:t>
            </a:r>
          </a:p>
        </p:txBody>
      </p:sp>
      <p:sp>
        <p:nvSpPr>
          <p:cNvPr id="15" name="Rectangle 14">
            <a:extLst>
              <a:ext uri="{FF2B5EF4-FFF2-40B4-BE49-F238E27FC236}">
                <a16:creationId xmlns:a16="http://schemas.microsoft.com/office/drawing/2014/main" id="{442F691B-E678-31AE-99F5-2C625F8C3436}"/>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Rectangle 16">
            <a:extLst>
              <a:ext uri="{FF2B5EF4-FFF2-40B4-BE49-F238E27FC236}">
                <a16:creationId xmlns:a16="http://schemas.microsoft.com/office/drawing/2014/main" id="{33990C23-9C24-7669-6D03-245775B0A44A}"/>
              </a:ext>
            </a:extLst>
          </p:cNvPr>
          <p:cNvSpPr/>
          <p:nvPr/>
        </p:nvSpPr>
        <p:spPr bwMode="gray">
          <a:xfrm>
            <a:off x="8672947" y="6477289"/>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469829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20E5B203-CAED-187F-7F1D-E7D1BE79CF3C}"/>
              </a:ext>
            </a:extLst>
          </p:cNvPr>
          <p:cNvSpPr txBox="1">
            <a:spLocks/>
          </p:cNvSpPr>
          <p:nvPr/>
        </p:nvSpPr>
        <p:spPr>
          <a:xfrm>
            <a:off x="175683" y="20522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solidFill>
                  <a:srgbClr val="86BC25"/>
                </a:solidFill>
                <a:effectLst>
                  <a:outerShdw blurRad="38100" dist="38100" dir="2700000" algn="tl">
                    <a:srgbClr val="000000">
                      <a:alpha val="43137"/>
                    </a:srgbClr>
                  </a:outerShdw>
                </a:effectLst>
                <a:latin typeface="Times New Roman"/>
                <a:cs typeface="Times New Roman"/>
              </a:rPr>
              <a:t>SQL : </a:t>
            </a:r>
          </a:p>
        </p:txBody>
      </p:sp>
      <p:sp>
        <p:nvSpPr>
          <p:cNvPr id="5" name="Text Placeholder 1">
            <a:extLst>
              <a:ext uri="{FF2B5EF4-FFF2-40B4-BE49-F238E27FC236}">
                <a16:creationId xmlns:a16="http://schemas.microsoft.com/office/drawing/2014/main" id="{7A5EEDF4-5DEE-21C1-E94D-507071011F9E}"/>
              </a:ext>
            </a:extLst>
          </p:cNvPr>
          <p:cNvSpPr txBox="1">
            <a:spLocks/>
          </p:cNvSpPr>
          <p:nvPr/>
        </p:nvSpPr>
        <p:spPr>
          <a:xfrm>
            <a:off x="358562" y="102818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effectLst>
                  <a:outerShdw blurRad="38100" dist="38100" dir="2700000" algn="tl">
                    <a:srgbClr val="000000">
                      <a:alpha val="43137"/>
                    </a:srgbClr>
                  </a:outerShdw>
                </a:effectLst>
                <a:latin typeface="Times New Roman"/>
                <a:cs typeface="Times New Roman"/>
              </a:rPr>
              <a:t>ER Schema: </a:t>
            </a:r>
          </a:p>
        </p:txBody>
      </p:sp>
      <p:pic>
        <p:nvPicPr>
          <p:cNvPr id="6" name="Picture 5">
            <a:extLst>
              <a:ext uri="{FF2B5EF4-FFF2-40B4-BE49-F238E27FC236}">
                <a16:creationId xmlns:a16="http://schemas.microsoft.com/office/drawing/2014/main" id="{FA737121-48F2-44CA-C999-124306A23B2B}"/>
              </a:ext>
            </a:extLst>
          </p:cNvPr>
          <p:cNvPicPr>
            <a:picLocks noChangeAspect="1"/>
          </p:cNvPicPr>
          <p:nvPr/>
        </p:nvPicPr>
        <p:blipFill>
          <a:blip r:embed="rId3"/>
          <a:stretch>
            <a:fillRect/>
          </a:stretch>
        </p:blipFill>
        <p:spPr>
          <a:xfrm>
            <a:off x="230293" y="1844752"/>
            <a:ext cx="11756298" cy="4923796"/>
          </a:xfrm>
          <a:prstGeom prst="rect">
            <a:avLst/>
          </a:prstGeom>
        </p:spPr>
      </p:pic>
    </p:spTree>
    <p:extLst>
      <p:ext uri="{BB962C8B-B14F-4D97-AF65-F5344CB8AC3E}">
        <p14:creationId xmlns:p14="http://schemas.microsoft.com/office/powerpoint/2010/main" val="220433989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DE119-86E4-FD70-6235-E6A75310E681}"/>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60F1F79D-1E51-3BAE-D0AA-61A06E12D90A}"/>
              </a:ext>
            </a:extLst>
          </p:cNvPr>
          <p:cNvSpPr txBox="1">
            <a:spLocks/>
          </p:cNvSpPr>
          <p:nvPr/>
        </p:nvSpPr>
        <p:spPr>
          <a:xfrm>
            <a:off x="175683" y="20522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solidFill>
                  <a:srgbClr val="86BC25"/>
                </a:solidFill>
                <a:effectLst>
                  <a:outerShdw blurRad="38100" dist="38100" dir="2700000" algn="tl">
                    <a:srgbClr val="000000">
                      <a:alpha val="43137"/>
                    </a:srgbClr>
                  </a:outerShdw>
                </a:effectLst>
                <a:latin typeface="Times New Roman"/>
                <a:cs typeface="Times New Roman"/>
              </a:rPr>
              <a:t>SQL : </a:t>
            </a:r>
          </a:p>
        </p:txBody>
      </p:sp>
      <p:sp>
        <p:nvSpPr>
          <p:cNvPr id="5" name="Text Placeholder 1">
            <a:extLst>
              <a:ext uri="{FF2B5EF4-FFF2-40B4-BE49-F238E27FC236}">
                <a16:creationId xmlns:a16="http://schemas.microsoft.com/office/drawing/2014/main" id="{C1C51456-AA30-6024-F836-E847409148D4}"/>
              </a:ext>
            </a:extLst>
          </p:cNvPr>
          <p:cNvSpPr txBox="1">
            <a:spLocks/>
          </p:cNvSpPr>
          <p:nvPr/>
        </p:nvSpPr>
        <p:spPr>
          <a:xfrm>
            <a:off x="358562" y="102818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effectLst>
                  <a:outerShdw blurRad="38100" dist="38100" dir="2700000" algn="tl">
                    <a:srgbClr val="000000">
                      <a:alpha val="43137"/>
                    </a:srgbClr>
                  </a:outerShdw>
                </a:effectLst>
                <a:latin typeface="Times New Roman"/>
                <a:cs typeface="Times New Roman"/>
              </a:rPr>
              <a:t>ER Diagram: </a:t>
            </a:r>
          </a:p>
        </p:txBody>
      </p:sp>
      <p:pic>
        <p:nvPicPr>
          <p:cNvPr id="2" name="Picture 1">
            <a:extLst>
              <a:ext uri="{FF2B5EF4-FFF2-40B4-BE49-F238E27FC236}">
                <a16:creationId xmlns:a16="http://schemas.microsoft.com/office/drawing/2014/main" id="{89DB5CBE-63F9-F6BE-C58D-ADB5BB637264}"/>
              </a:ext>
            </a:extLst>
          </p:cNvPr>
          <p:cNvPicPr>
            <a:picLocks noChangeAspect="1"/>
          </p:cNvPicPr>
          <p:nvPr/>
        </p:nvPicPr>
        <p:blipFill>
          <a:blip r:embed="rId3"/>
          <a:stretch>
            <a:fillRect/>
          </a:stretch>
        </p:blipFill>
        <p:spPr>
          <a:xfrm>
            <a:off x="1247188" y="1731126"/>
            <a:ext cx="9875978" cy="3956130"/>
          </a:xfrm>
          <a:prstGeom prst="rect">
            <a:avLst/>
          </a:prstGeom>
        </p:spPr>
      </p:pic>
      <p:sp>
        <p:nvSpPr>
          <p:cNvPr id="6" name="Rectangle 5">
            <a:extLst>
              <a:ext uri="{FF2B5EF4-FFF2-40B4-BE49-F238E27FC236}">
                <a16:creationId xmlns:a16="http://schemas.microsoft.com/office/drawing/2014/main" id="{272F90F2-9D90-88B4-B2F3-75BFE17AFE5F}"/>
              </a:ext>
            </a:extLst>
          </p:cNvPr>
          <p:cNvSpPr/>
          <p:nvPr/>
        </p:nvSpPr>
        <p:spPr bwMode="gray">
          <a:xfrm>
            <a:off x="342296" y="6461237"/>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Rectangle 7">
            <a:extLst>
              <a:ext uri="{FF2B5EF4-FFF2-40B4-BE49-F238E27FC236}">
                <a16:creationId xmlns:a16="http://schemas.microsoft.com/office/drawing/2014/main" id="{4D262937-56B6-D14D-153E-5F7227D20F4E}"/>
              </a:ext>
            </a:extLst>
          </p:cNvPr>
          <p:cNvSpPr/>
          <p:nvPr/>
        </p:nvSpPr>
        <p:spPr bwMode="gray">
          <a:xfrm>
            <a:off x="8606441" y="6461237"/>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413666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AEF9-B56A-3496-570E-0DF5034ED8A5}"/>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659B0CA6-BA96-4993-8BEE-C1156BED9A45}"/>
              </a:ext>
            </a:extLst>
          </p:cNvPr>
          <p:cNvSpPr txBox="1">
            <a:spLocks/>
          </p:cNvSpPr>
          <p:nvPr/>
        </p:nvSpPr>
        <p:spPr>
          <a:xfrm>
            <a:off x="175683" y="20522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solidFill>
                  <a:srgbClr val="86BC25"/>
                </a:solidFill>
                <a:effectLst>
                  <a:outerShdw blurRad="38100" dist="38100" dir="2700000" algn="tl">
                    <a:srgbClr val="000000">
                      <a:alpha val="43137"/>
                    </a:srgbClr>
                  </a:outerShdw>
                </a:effectLst>
                <a:latin typeface="Times New Roman"/>
                <a:cs typeface="Times New Roman"/>
              </a:rPr>
              <a:t>SQL : </a:t>
            </a:r>
          </a:p>
        </p:txBody>
      </p:sp>
      <p:sp>
        <p:nvSpPr>
          <p:cNvPr id="5" name="Text Placeholder 1">
            <a:extLst>
              <a:ext uri="{FF2B5EF4-FFF2-40B4-BE49-F238E27FC236}">
                <a16:creationId xmlns:a16="http://schemas.microsoft.com/office/drawing/2014/main" id="{7C9E16EE-5C3B-8E46-7900-60378C77C6D8}"/>
              </a:ext>
            </a:extLst>
          </p:cNvPr>
          <p:cNvSpPr txBox="1">
            <a:spLocks/>
          </p:cNvSpPr>
          <p:nvPr/>
        </p:nvSpPr>
        <p:spPr>
          <a:xfrm>
            <a:off x="358562" y="1028180"/>
            <a:ext cx="10372243" cy="690707"/>
          </a:xfrm>
          <a:prstGeom prst="rect">
            <a:avLst/>
          </a:prstGeom>
        </p:spPr>
        <p:txBody>
          <a:bodyPr vert="horz" lIns="0" tIns="0" rIns="0" bIns="0" rtlCol="0" anchor="t">
            <a:noAutofit/>
          </a:bodyPr>
          <a:lstStyle>
            <a:lvl1pPr marL="0" indent="0" algn="l" defTabSz="914400" rtl="0" eaLnBrk="1" latinLnBrk="0" hangingPunct="1">
              <a:spcBef>
                <a:spcPts val="4800"/>
              </a:spcBef>
              <a:spcAft>
                <a:spcPts val="1000"/>
              </a:spcAft>
              <a:buSzPct val="100000"/>
              <a:buFontTx/>
              <a:buNone/>
              <a:defRPr sz="3600" b="0" kern="1200">
                <a:solidFill>
                  <a:schemeClr val="bg1"/>
                </a:solidFill>
                <a:latin typeface="+mn-lt"/>
                <a:ea typeface="+mn-ea"/>
                <a:cs typeface="Calibri Light" panose="020F0302020204030204" pitchFamily="34" charset="0"/>
              </a:defRPr>
            </a:lvl1pPr>
            <a:lvl2pPr marL="609585" indent="-609585" algn="l" defTabSz="914400" rtl="0" eaLnBrk="1" latinLnBrk="0" hangingPunct="1">
              <a:spcBef>
                <a:spcPts val="0"/>
              </a:spcBef>
              <a:spcAft>
                <a:spcPts val="1000"/>
              </a:spcAft>
              <a:buClrTx/>
              <a:buSzPct val="100000"/>
              <a:buFont typeface="Arial" panose="020B0604020202020204" pitchFamily="34" charset="0"/>
              <a:buChar char="•"/>
              <a:defRPr lang="en-US" sz="4000" b="0" kern="1200">
                <a:solidFill>
                  <a:schemeClr val="bg2"/>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a:solidFill>
                  <a:schemeClr val="bg2"/>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4000" kern="1200" baseline="0">
                <a:solidFill>
                  <a:schemeClr val="bg2"/>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4000" kern="1200" baseline="0">
                <a:solidFill>
                  <a:schemeClr val="bg2"/>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b="1">
                <a:effectLst>
                  <a:outerShdw blurRad="38100" dist="38100" dir="2700000" algn="tl">
                    <a:srgbClr val="000000">
                      <a:alpha val="43137"/>
                    </a:srgbClr>
                  </a:outerShdw>
                </a:effectLst>
                <a:latin typeface="Times New Roman"/>
                <a:cs typeface="Times New Roman"/>
              </a:rPr>
              <a:t>ER Diagram: </a:t>
            </a:r>
          </a:p>
        </p:txBody>
      </p:sp>
      <p:pic>
        <p:nvPicPr>
          <p:cNvPr id="2" name="Picture 1">
            <a:extLst>
              <a:ext uri="{FF2B5EF4-FFF2-40B4-BE49-F238E27FC236}">
                <a16:creationId xmlns:a16="http://schemas.microsoft.com/office/drawing/2014/main" id="{9A1DAEE8-73AC-2D1E-2F9C-90A7D56DBB42}"/>
              </a:ext>
            </a:extLst>
          </p:cNvPr>
          <p:cNvPicPr>
            <a:picLocks noChangeAspect="1"/>
          </p:cNvPicPr>
          <p:nvPr/>
        </p:nvPicPr>
        <p:blipFill>
          <a:blip r:embed="rId3"/>
          <a:stretch>
            <a:fillRect/>
          </a:stretch>
        </p:blipFill>
        <p:spPr>
          <a:xfrm>
            <a:off x="1247188" y="1731126"/>
            <a:ext cx="9875978" cy="3956130"/>
          </a:xfrm>
          <a:prstGeom prst="rect">
            <a:avLst/>
          </a:prstGeom>
        </p:spPr>
      </p:pic>
      <p:sp>
        <p:nvSpPr>
          <p:cNvPr id="6" name="Rectangle 5">
            <a:extLst>
              <a:ext uri="{FF2B5EF4-FFF2-40B4-BE49-F238E27FC236}">
                <a16:creationId xmlns:a16="http://schemas.microsoft.com/office/drawing/2014/main" id="{0CFFD458-890F-1653-536F-1815D2E545F7}"/>
              </a:ext>
            </a:extLst>
          </p:cNvPr>
          <p:cNvSpPr/>
          <p:nvPr/>
        </p:nvSpPr>
        <p:spPr bwMode="gray">
          <a:xfrm>
            <a:off x="342296" y="6461237"/>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Rectangle 7">
            <a:extLst>
              <a:ext uri="{FF2B5EF4-FFF2-40B4-BE49-F238E27FC236}">
                <a16:creationId xmlns:a16="http://schemas.microsoft.com/office/drawing/2014/main" id="{1D29F20D-F972-553B-0847-19A73052C9F7}"/>
              </a:ext>
            </a:extLst>
          </p:cNvPr>
          <p:cNvSpPr/>
          <p:nvPr/>
        </p:nvSpPr>
        <p:spPr bwMode="gray">
          <a:xfrm>
            <a:off x="8606441" y="6461237"/>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6261415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E8D7E7-343C-2456-9342-C4407E8C2157}"/>
              </a:ext>
            </a:extLst>
          </p:cNvPr>
          <p:cNvSpPr txBox="1"/>
          <p:nvPr/>
        </p:nvSpPr>
        <p:spPr>
          <a:xfrm>
            <a:off x="231585" y="217110"/>
            <a:ext cx="5919897" cy="143629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1000"/>
              </a:spcAft>
              <a:buSzPct val="100000"/>
            </a:pPr>
            <a:r>
              <a:rPr lang="en-US" sz="4000" b="1">
                <a:solidFill>
                  <a:srgbClr val="86BC25"/>
                </a:solidFill>
                <a:latin typeface="Times New Roman"/>
                <a:ea typeface="Calibri"/>
                <a:cs typeface="Times New Roman"/>
              </a:rPr>
              <a:t>Power BI Visualization :</a:t>
            </a:r>
            <a:endParaRPr lang="en-US" sz="4000" b="1">
              <a:solidFill>
                <a:srgbClr val="86BC25"/>
              </a:solidFill>
              <a:ea typeface="Calibri"/>
              <a:cs typeface="Calibri"/>
            </a:endParaRPr>
          </a:p>
          <a:p>
            <a:pPr marL="203200" indent="-203200">
              <a:spcBef>
                <a:spcPts val="600"/>
              </a:spcBef>
              <a:buSzPct val="100000"/>
              <a:buFont typeface="Arial"/>
              <a:buChar char="•"/>
            </a:pPr>
            <a:endParaRPr lang="en-US" sz="4000" b="1">
              <a:solidFill>
                <a:srgbClr val="313131"/>
              </a:solidFill>
              <a:ea typeface="Calibri"/>
              <a:cs typeface="Calibri"/>
            </a:endParaRPr>
          </a:p>
        </p:txBody>
      </p:sp>
      <p:sp>
        <p:nvSpPr>
          <p:cNvPr id="5" name="TextBox 4">
            <a:extLst>
              <a:ext uri="{FF2B5EF4-FFF2-40B4-BE49-F238E27FC236}">
                <a16:creationId xmlns:a16="http://schemas.microsoft.com/office/drawing/2014/main" id="{F8150F5F-009F-62FC-619B-8AD7C122F80D}"/>
              </a:ext>
            </a:extLst>
          </p:cNvPr>
          <p:cNvSpPr txBox="1"/>
          <p:nvPr/>
        </p:nvSpPr>
        <p:spPr>
          <a:xfrm>
            <a:off x="583825" y="1326650"/>
            <a:ext cx="6045049" cy="6309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b="1">
                <a:solidFill>
                  <a:schemeClr val="bg1"/>
                </a:solidFill>
                <a:latin typeface="Open Sans"/>
                <a:ea typeface="Open Sans"/>
                <a:cs typeface="Open Sans"/>
              </a:rPr>
              <a:t>Visualization of target feature (Status)</a:t>
            </a:r>
            <a:endParaRPr lang="en-US" b="1">
              <a:solidFill>
                <a:schemeClr val="bg1"/>
              </a:solidFill>
              <a:ea typeface="Calibri"/>
              <a:cs typeface="Calibri"/>
            </a:endParaRPr>
          </a:p>
          <a:p>
            <a:pPr marL="203200" indent="-203200" algn="l">
              <a:spcBef>
                <a:spcPts val="600"/>
              </a:spcBef>
              <a:buSzPct val="100000"/>
              <a:buFont typeface="Arial"/>
              <a:buChar char="•"/>
            </a:pPr>
            <a:endParaRPr lang="en-US" b="1">
              <a:solidFill>
                <a:srgbClr val="313131"/>
              </a:solidFill>
              <a:ea typeface="Calibri"/>
              <a:cs typeface="Calibri"/>
            </a:endParaRPr>
          </a:p>
        </p:txBody>
      </p:sp>
      <p:pic>
        <p:nvPicPr>
          <p:cNvPr id="6" name="Picture 5">
            <a:extLst>
              <a:ext uri="{FF2B5EF4-FFF2-40B4-BE49-F238E27FC236}">
                <a16:creationId xmlns:a16="http://schemas.microsoft.com/office/drawing/2014/main" id="{39375957-EA95-EECB-F044-B20148946E22}"/>
              </a:ext>
            </a:extLst>
          </p:cNvPr>
          <p:cNvPicPr>
            <a:picLocks noChangeAspect="1"/>
          </p:cNvPicPr>
          <p:nvPr/>
        </p:nvPicPr>
        <p:blipFill>
          <a:blip r:embed="rId3"/>
          <a:stretch>
            <a:fillRect/>
          </a:stretch>
        </p:blipFill>
        <p:spPr>
          <a:xfrm>
            <a:off x="579217" y="1949431"/>
            <a:ext cx="4696429" cy="3209926"/>
          </a:xfrm>
          <a:prstGeom prst="rect">
            <a:avLst/>
          </a:prstGeom>
        </p:spPr>
      </p:pic>
      <p:sp>
        <p:nvSpPr>
          <p:cNvPr id="8" name="TextBox 7">
            <a:extLst>
              <a:ext uri="{FF2B5EF4-FFF2-40B4-BE49-F238E27FC236}">
                <a16:creationId xmlns:a16="http://schemas.microsoft.com/office/drawing/2014/main" id="{C99AB6F8-D789-3B97-48B6-ED4C7F136BB5}"/>
              </a:ext>
            </a:extLst>
          </p:cNvPr>
          <p:cNvSpPr txBox="1"/>
          <p:nvPr/>
        </p:nvSpPr>
        <p:spPr>
          <a:xfrm>
            <a:off x="5705622" y="1326650"/>
            <a:ext cx="8803681" cy="6309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b="1">
                <a:solidFill>
                  <a:schemeClr val="bg1"/>
                </a:solidFill>
                <a:latin typeface="Times New Roman"/>
                <a:ea typeface="Open Sans"/>
                <a:cs typeface="Times New Roman"/>
              </a:rPr>
              <a:t>Gender having the highest number of experience in the dataset</a:t>
            </a:r>
            <a:endParaRPr lang="en-US" b="1">
              <a:solidFill>
                <a:schemeClr val="bg1"/>
              </a:solidFill>
              <a:ea typeface="Calibri"/>
              <a:cs typeface="Calibri"/>
            </a:endParaRPr>
          </a:p>
          <a:p>
            <a:pPr marL="203200" indent="-203200" algn="l">
              <a:spcBef>
                <a:spcPts val="600"/>
              </a:spcBef>
              <a:buSzPct val="100000"/>
              <a:buFont typeface="Arial"/>
              <a:buChar char="•"/>
            </a:pPr>
            <a:endParaRPr lang="en-US" b="1">
              <a:solidFill>
                <a:srgbClr val="313131"/>
              </a:solidFill>
              <a:ea typeface="Calibri"/>
              <a:cs typeface="Calibri"/>
            </a:endParaRPr>
          </a:p>
        </p:txBody>
      </p:sp>
      <p:pic>
        <p:nvPicPr>
          <p:cNvPr id="10" name="Picture 9" descr="A graph showing a number of people&#10;&#10;AI-generated content may be incorrect.">
            <a:extLst>
              <a:ext uri="{FF2B5EF4-FFF2-40B4-BE49-F238E27FC236}">
                <a16:creationId xmlns:a16="http://schemas.microsoft.com/office/drawing/2014/main" id="{744CC25B-8AFC-EF9D-F0C0-B63566580EEE}"/>
              </a:ext>
            </a:extLst>
          </p:cNvPr>
          <p:cNvPicPr>
            <a:picLocks noChangeAspect="1"/>
          </p:cNvPicPr>
          <p:nvPr/>
        </p:nvPicPr>
        <p:blipFill>
          <a:blip r:embed="rId4"/>
          <a:stretch>
            <a:fillRect/>
          </a:stretch>
        </p:blipFill>
        <p:spPr>
          <a:xfrm>
            <a:off x="6151679" y="1832658"/>
            <a:ext cx="4701780" cy="3443468"/>
          </a:xfrm>
          <a:prstGeom prst="rect">
            <a:avLst/>
          </a:prstGeom>
        </p:spPr>
      </p:pic>
    </p:spTree>
    <p:extLst>
      <p:ext uri="{BB962C8B-B14F-4D97-AF65-F5344CB8AC3E}">
        <p14:creationId xmlns:p14="http://schemas.microsoft.com/office/powerpoint/2010/main" val="198064200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A88042-4230-4186-E6F0-0B082D982B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1CFE96-F151-9C23-0D3E-D3DAEEF9CD14}"/>
              </a:ext>
            </a:extLst>
          </p:cNvPr>
          <p:cNvSpPr txBox="1"/>
          <p:nvPr/>
        </p:nvSpPr>
        <p:spPr>
          <a:xfrm>
            <a:off x="231585" y="217110"/>
            <a:ext cx="5919897" cy="143629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1000"/>
              </a:spcAft>
              <a:buSzPct val="100000"/>
            </a:pPr>
            <a:r>
              <a:rPr lang="en-US" sz="4000" b="1">
                <a:solidFill>
                  <a:srgbClr val="86BC25"/>
                </a:solidFill>
                <a:latin typeface="Times New Roman"/>
                <a:ea typeface="Calibri"/>
                <a:cs typeface="Times New Roman"/>
              </a:rPr>
              <a:t>Power BI Visualization :</a:t>
            </a:r>
            <a:endParaRPr lang="en-US" sz="4000" b="1">
              <a:solidFill>
                <a:srgbClr val="86BC25"/>
              </a:solidFill>
              <a:ea typeface="Calibri"/>
              <a:cs typeface="Calibri"/>
            </a:endParaRPr>
          </a:p>
          <a:p>
            <a:pPr marL="203200" indent="-203200">
              <a:spcBef>
                <a:spcPts val="600"/>
              </a:spcBef>
              <a:buSzPct val="100000"/>
              <a:buFont typeface="Arial"/>
              <a:buChar char="•"/>
            </a:pPr>
            <a:endParaRPr lang="en-US" sz="4000" b="1">
              <a:solidFill>
                <a:srgbClr val="313131"/>
              </a:solidFill>
              <a:ea typeface="Calibri"/>
              <a:cs typeface="Calibri"/>
            </a:endParaRPr>
          </a:p>
        </p:txBody>
      </p:sp>
      <p:sp>
        <p:nvSpPr>
          <p:cNvPr id="5" name="TextBox 4">
            <a:extLst>
              <a:ext uri="{FF2B5EF4-FFF2-40B4-BE49-F238E27FC236}">
                <a16:creationId xmlns:a16="http://schemas.microsoft.com/office/drawing/2014/main" id="{61930FA6-DCF6-01A2-DBBA-26952351F3A6}"/>
              </a:ext>
            </a:extLst>
          </p:cNvPr>
          <p:cNvSpPr txBox="1"/>
          <p:nvPr/>
        </p:nvSpPr>
        <p:spPr>
          <a:xfrm>
            <a:off x="236585" y="1326650"/>
            <a:ext cx="604504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b="1">
                <a:solidFill>
                  <a:schemeClr val="bg1"/>
                </a:solidFill>
                <a:latin typeface="Times New Roman"/>
                <a:ea typeface="Open Sans"/>
                <a:cs typeface="Times New Roman"/>
              </a:rPr>
              <a:t>Location that witnessed the highest number of </a:t>
            </a:r>
            <a:r>
              <a:rPr lang="en-US" b="1" err="1">
                <a:solidFill>
                  <a:schemeClr val="bg1"/>
                </a:solidFill>
                <a:latin typeface="Times New Roman"/>
                <a:ea typeface="Open Sans"/>
                <a:cs typeface="Times New Roman"/>
              </a:rPr>
              <a:t>joinees</a:t>
            </a:r>
            <a:endParaRPr lang="en-US" b="1">
              <a:solidFill>
                <a:schemeClr val="bg1"/>
              </a:solidFill>
              <a:ea typeface="Calibri"/>
              <a:cs typeface="Calibri"/>
            </a:endParaRPr>
          </a:p>
        </p:txBody>
      </p:sp>
      <p:sp>
        <p:nvSpPr>
          <p:cNvPr id="8" name="TextBox 7">
            <a:extLst>
              <a:ext uri="{FF2B5EF4-FFF2-40B4-BE49-F238E27FC236}">
                <a16:creationId xmlns:a16="http://schemas.microsoft.com/office/drawing/2014/main" id="{D853F1A2-2F9B-98AF-0866-311E833110D2}"/>
              </a:ext>
            </a:extLst>
          </p:cNvPr>
          <p:cNvSpPr txBox="1"/>
          <p:nvPr/>
        </p:nvSpPr>
        <p:spPr>
          <a:xfrm>
            <a:off x="6091445" y="1326650"/>
            <a:ext cx="8803681"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b="1">
                <a:solidFill>
                  <a:schemeClr val="bg1"/>
                </a:solidFill>
                <a:latin typeface="Times New Roman"/>
                <a:ea typeface="Open Sans"/>
                <a:cs typeface="Times New Roman"/>
              </a:rPr>
              <a:t>Gender earning the highest Average of percent hike in CTC</a:t>
            </a:r>
            <a:endParaRPr lang="en-US" b="1">
              <a:solidFill>
                <a:schemeClr val="bg1"/>
              </a:solidFill>
              <a:latin typeface="Calibri"/>
              <a:ea typeface="Calibri"/>
              <a:cs typeface="Calibri"/>
            </a:endParaRPr>
          </a:p>
        </p:txBody>
      </p:sp>
      <p:pic>
        <p:nvPicPr>
          <p:cNvPr id="2" name="Picture 1">
            <a:extLst>
              <a:ext uri="{FF2B5EF4-FFF2-40B4-BE49-F238E27FC236}">
                <a16:creationId xmlns:a16="http://schemas.microsoft.com/office/drawing/2014/main" id="{D4FD16FA-4298-91FE-D45C-A1C8383AE751}"/>
              </a:ext>
            </a:extLst>
          </p:cNvPr>
          <p:cNvPicPr>
            <a:picLocks noChangeAspect="1"/>
          </p:cNvPicPr>
          <p:nvPr/>
        </p:nvPicPr>
        <p:blipFill>
          <a:blip r:embed="rId3"/>
          <a:stretch>
            <a:fillRect/>
          </a:stretch>
        </p:blipFill>
        <p:spPr>
          <a:xfrm>
            <a:off x="233905" y="1834044"/>
            <a:ext cx="5669938" cy="3804507"/>
          </a:xfrm>
          <a:prstGeom prst="rect">
            <a:avLst/>
          </a:prstGeom>
        </p:spPr>
      </p:pic>
      <p:pic>
        <p:nvPicPr>
          <p:cNvPr id="3" name="Picture 2">
            <a:extLst>
              <a:ext uri="{FF2B5EF4-FFF2-40B4-BE49-F238E27FC236}">
                <a16:creationId xmlns:a16="http://schemas.microsoft.com/office/drawing/2014/main" id="{F6543B14-18C4-DBED-6775-48BE12C76E1C}"/>
              </a:ext>
            </a:extLst>
          </p:cNvPr>
          <p:cNvPicPr>
            <a:picLocks noChangeAspect="1"/>
          </p:cNvPicPr>
          <p:nvPr/>
        </p:nvPicPr>
        <p:blipFill>
          <a:blip r:embed="rId4"/>
          <a:stretch>
            <a:fillRect/>
          </a:stretch>
        </p:blipFill>
        <p:spPr>
          <a:xfrm>
            <a:off x="6003743" y="2312950"/>
            <a:ext cx="5933232" cy="2846694"/>
          </a:xfrm>
          <a:prstGeom prst="rect">
            <a:avLst/>
          </a:prstGeom>
        </p:spPr>
      </p:pic>
    </p:spTree>
    <p:extLst>
      <p:ext uri="{BB962C8B-B14F-4D97-AF65-F5344CB8AC3E}">
        <p14:creationId xmlns:p14="http://schemas.microsoft.com/office/powerpoint/2010/main" val="157696114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68865-F799-BB9D-60D5-58C0782E05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A3DA85-7C8B-5131-A902-F91B91EB826D}"/>
              </a:ext>
            </a:extLst>
          </p:cNvPr>
          <p:cNvSpPr>
            <a:spLocks noGrp="1"/>
          </p:cNvSpPr>
          <p:nvPr>
            <p:ph type="body" sz="quarter" idx="10"/>
          </p:nvPr>
        </p:nvSpPr>
        <p:spPr>
          <a:xfrm>
            <a:off x="480484" y="213728"/>
            <a:ext cx="9029604" cy="6085472"/>
          </a:xfrm>
        </p:spPr>
        <p:txBody>
          <a:bodyPr vert="horz" lIns="0" tIns="0" rIns="0" bIns="0" rtlCol="0" anchor="t">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sp>
        <p:nvSpPr>
          <p:cNvPr id="4" name="TextBox 3">
            <a:extLst>
              <a:ext uri="{FF2B5EF4-FFF2-40B4-BE49-F238E27FC236}">
                <a16:creationId xmlns:a16="http://schemas.microsoft.com/office/drawing/2014/main" id="{E441B78D-A347-ECA5-A6BB-6E0404896773}"/>
              </a:ext>
            </a:extLst>
          </p:cNvPr>
          <p:cNvSpPr txBox="1"/>
          <p:nvPr/>
        </p:nvSpPr>
        <p:spPr>
          <a:xfrm>
            <a:off x="376326" y="434222"/>
            <a:ext cx="9719747" cy="615553"/>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latin typeface="Times New Roman"/>
                <a:cs typeface="Times New Roman"/>
              </a:rPr>
              <a:t>Big Data Analysis Using </a:t>
            </a:r>
            <a:r>
              <a:rPr lang="en-US" sz="4000" b="1" err="1">
                <a:solidFill>
                  <a:srgbClr val="86BC25"/>
                </a:solidFill>
                <a:latin typeface="Times New Roman"/>
                <a:cs typeface="Times New Roman"/>
              </a:rPr>
              <a:t>PySpark</a:t>
            </a:r>
            <a:r>
              <a:rPr lang="en-US" sz="4000" b="1">
                <a:solidFill>
                  <a:srgbClr val="86BC25"/>
                </a:solidFill>
                <a:latin typeface="Times New Roman"/>
                <a:cs typeface="Times New Roman"/>
              </a:rPr>
              <a:t> and Hive</a:t>
            </a:r>
            <a:endParaRPr lang="en-US" sz="4000" b="1">
              <a:solidFill>
                <a:srgbClr val="86BC25"/>
              </a:solidFill>
              <a:ea typeface="Calibri"/>
              <a:cs typeface="Calibri"/>
            </a:endParaRPr>
          </a:p>
        </p:txBody>
      </p:sp>
      <p:pic>
        <p:nvPicPr>
          <p:cNvPr id="5" name="Picture 4">
            <a:extLst>
              <a:ext uri="{FF2B5EF4-FFF2-40B4-BE49-F238E27FC236}">
                <a16:creationId xmlns:a16="http://schemas.microsoft.com/office/drawing/2014/main" id="{6E11A6A2-B337-06E3-1378-67179DFA0F0F}"/>
              </a:ext>
            </a:extLst>
          </p:cNvPr>
          <p:cNvPicPr>
            <a:picLocks noChangeAspect="1"/>
          </p:cNvPicPr>
          <p:nvPr/>
        </p:nvPicPr>
        <p:blipFill>
          <a:blip r:embed="rId3"/>
          <a:stretch>
            <a:fillRect/>
          </a:stretch>
        </p:blipFill>
        <p:spPr>
          <a:xfrm>
            <a:off x="1281112" y="2767012"/>
            <a:ext cx="9629775" cy="1323975"/>
          </a:xfrm>
          <a:prstGeom prst="rect">
            <a:avLst/>
          </a:prstGeom>
        </p:spPr>
      </p:pic>
      <p:sp>
        <p:nvSpPr>
          <p:cNvPr id="6" name="TextBox 5">
            <a:extLst>
              <a:ext uri="{FF2B5EF4-FFF2-40B4-BE49-F238E27FC236}">
                <a16:creationId xmlns:a16="http://schemas.microsoft.com/office/drawing/2014/main" id="{E073C8AD-FBAA-6804-BBDA-69D6E84F624F}"/>
              </a:ext>
            </a:extLst>
          </p:cNvPr>
          <p:cNvSpPr txBox="1"/>
          <p:nvPr/>
        </p:nvSpPr>
        <p:spPr>
          <a:xfrm>
            <a:off x="1012430" y="1606134"/>
            <a:ext cx="4414684"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1"/>
                </a:solidFill>
                <a:latin typeface="Open Sans"/>
                <a:ea typeface="Open Sans"/>
                <a:cs typeface="Open Sans"/>
              </a:rPr>
              <a:t>Creating Spark session</a:t>
            </a:r>
            <a:endParaRPr lang="en-US">
              <a:solidFill>
                <a:schemeClr val="bg1"/>
              </a:solidFill>
            </a:endParaRPr>
          </a:p>
        </p:txBody>
      </p:sp>
      <p:pic>
        <p:nvPicPr>
          <p:cNvPr id="7" name="Picture 6">
            <a:extLst>
              <a:ext uri="{FF2B5EF4-FFF2-40B4-BE49-F238E27FC236}">
                <a16:creationId xmlns:a16="http://schemas.microsoft.com/office/drawing/2014/main" id="{9A172775-FE10-C61C-2804-A77E61462E75}"/>
              </a:ext>
            </a:extLst>
          </p:cNvPr>
          <p:cNvPicPr>
            <a:picLocks noChangeAspect="1"/>
          </p:cNvPicPr>
          <p:nvPr/>
        </p:nvPicPr>
        <p:blipFill>
          <a:blip r:embed="rId4"/>
          <a:stretch>
            <a:fillRect/>
          </a:stretch>
        </p:blipFill>
        <p:spPr>
          <a:xfrm>
            <a:off x="925975" y="2300870"/>
            <a:ext cx="9722735" cy="3230462"/>
          </a:xfrm>
          <a:prstGeom prst="rect">
            <a:avLst/>
          </a:prstGeom>
        </p:spPr>
      </p:pic>
      <p:sp>
        <p:nvSpPr>
          <p:cNvPr id="9" name="Rectangle 8">
            <a:extLst>
              <a:ext uri="{FF2B5EF4-FFF2-40B4-BE49-F238E27FC236}">
                <a16:creationId xmlns:a16="http://schemas.microsoft.com/office/drawing/2014/main" id="{221352CA-A624-4809-25E7-01D2CF06B801}"/>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 name="Rectangle 10">
            <a:extLst>
              <a:ext uri="{FF2B5EF4-FFF2-40B4-BE49-F238E27FC236}">
                <a16:creationId xmlns:a16="http://schemas.microsoft.com/office/drawing/2014/main" id="{BF489A8C-CE88-9F19-F2EE-494B03296C4F}"/>
              </a:ext>
            </a:extLst>
          </p:cNvPr>
          <p:cNvSpPr/>
          <p:nvPr/>
        </p:nvSpPr>
        <p:spPr bwMode="gray">
          <a:xfrm>
            <a:off x="8853055" y="6468781"/>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75510468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07395-9717-0827-1A3D-514D8A7E5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76FDB6-A66A-029F-6C21-DFCF8758179E}"/>
              </a:ext>
            </a:extLst>
          </p:cNvPr>
          <p:cNvSpPr>
            <a:spLocks noGrp="1"/>
          </p:cNvSpPr>
          <p:nvPr>
            <p:ph type="body" sz="quarter" idx="10"/>
          </p:nvPr>
        </p:nvSpPr>
        <p:spPr>
          <a:xfrm>
            <a:off x="480484" y="213728"/>
            <a:ext cx="9029604" cy="6085472"/>
          </a:xfrm>
        </p:spPr>
        <p:txBody>
          <a:bodyPr vert="horz" lIns="0" tIns="0" rIns="0" bIns="0" rtlCol="0" anchor="t">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sp>
        <p:nvSpPr>
          <p:cNvPr id="4" name="TextBox 3">
            <a:extLst>
              <a:ext uri="{FF2B5EF4-FFF2-40B4-BE49-F238E27FC236}">
                <a16:creationId xmlns:a16="http://schemas.microsoft.com/office/drawing/2014/main" id="{517EF580-907E-00B1-3233-144F1D4261FF}"/>
              </a:ext>
            </a:extLst>
          </p:cNvPr>
          <p:cNvSpPr txBox="1"/>
          <p:nvPr/>
        </p:nvSpPr>
        <p:spPr>
          <a:xfrm>
            <a:off x="376326" y="434222"/>
            <a:ext cx="9719747" cy="615553"/>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latin typeface="Times New Roman"/>
                <a:cs typeface="Times New Roman"/>
              </a:rPr>
              <a:t>Big Data Analysis Using </a:t>
            </a:r>
            <a:r>
              <a:rPr lang="en-US" sz="4000" b="1" err="1">
                <a:solidFill>
                  <a:srgbClr val="86BC25"/>
                </a:solidFill>
                <a:latin typeface="Times New Roman"/>
                <a:cs typeface="Times New Roman"/>
              </a:rPr>
              <a:t>PySpark</a:t>
            </a:r>
            <a:r>
              <a:rPr lang="en-US" sz="4000" b="1">
                <a:solidFill>
                  <a:srgbClr val="86BC25"/>
                </a:solidFill>
                <a:latin typeface="Times New Roman"/>
                <a:cs typeface="Times New Roman"/>
              </a:rPr>
              <a:t> and Hive</a:t>
            </a:r>
            <a:endParaRPr lang="en-US" sz="4000" b="1">
              <a:solidFill>
                <a:srgbClr val="86BC25"/>
              </a:solidFill>
              <a:ea typeface="Calibri"/>
              <a:cs typeface="Calibri"/>
            </a:endParaRPr>
          </a:p>
        </p:txBody>
      </p:sp>
      <p:pic>
        <p:nvPicPr>
          <p:cNvPr id="5" name="Picture 4">
            <a:extLst>
              <a:ext uri="{FF2B5EF4-FFF2-40B4-BE49-F238E27FC236}">
                <a16:creationId xmlns:a16="http://schemas.microsoft.com/office/drawing/2014/main" id="{D185062D-4EF6-FDA2-0259-39BD4D4317A5}"/>
              </a:ext>
            </a:extLst>
          </p:cNvPr>
          <p:cNvPicPr>
            <a:picLocks noChangeAspect="1"/>
          </p:cNvPicPr>
          <p:nvPr/>
        </p:nvPicPr>
        <p:blipFill>
          <a:blip r:embed="rId3"/>
          <a:stretch>
            <a:fillRect/>
          </a:stretch>
        </p:blipFill>
        <p:spPr>
          <a:xfrm>
            <a:off x="1281112" y="2767012"/>
            <a:ext cx="9629775" cy="1323975"/>
          </a:xfrm>
          <a:prstGeom prst="rect">
            <a:avLst/>
          </a:prstGeom>
        </p:spPr>
      </p:pic>
      <p:sp>
        <p:nvSpPr>
          <p:cNvPr id="6" name="TextBox 5">
            <a:extLst>
              <a:ext uri="{FF2B5EF4-FFF2-40B4-BE49-F238E27FC236}">
                <a16:creationId xmlns:a16="http://schemas.microsoft.com/office/drawing/2014/main" id="{BDD38A90-7DFF-37D5-55F8-46517EF5E091}"/>
              </a:ext>
            </a:extLst>
          </p:cNvPr>
          <p:cNvSpPr txBox="1"/>
          <p:nvPr/>
        </p:nvSpPr>
        <p:spPr>
          <a:xfrm>
            <a:off x="376326" y="1360197"/>
            <a:ext cx="4858380"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1"/>
                </a:solidFill>
                <a:latin typeface="Times New Roman" panose="02020603050405020304" pitchFamily="18" charset="0"/>
                <a:ea typeface="Open Sans"/>
                <a:cs typeface="Times New Roman" panose="02020603050405020304" pitchFamily="18" charset="0"/>
              </a:rPr>
              <a:t>Changing columns' name</a:t>
            </a:r>
            <a:endParaRPr lang="en-US">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EE2E340-5644-4146-CCF8-07C9E4BA765B}"/>
              </a:ext>
            </a:extLst>
          </p:cNvPr>
          <p:cNvPicPr>
            <a:picLocks noChangeAspect="1"/>
          </p:cNvPicPr>
          <p:nvPr/>
        </p:nvPicPr>
        <p:blipFill>
          <a:blip r:embed="rId4"/>
          <a:stretch>
            <a:fillRect/>
          </a:stretch>
        </p:blipFill>
        <p:spPr>
          <a:xfrm>
            <a:off x="375796" y="2052320"/>
            <a:ext cx="5222488" cy="3738880"/>
          </a:xfrm>
          <a:prstGeom prst="rect">
            <a:avLst/>
          </a:prstGeom>
        </p:spPr>
      </p:pic>
      <p:sp>
        <p:nvSpPr>
          <p:cNvPr id="8" name="TextBox 7">
            <a:extLst>
              <a:ext uri="{FF2B5EF4-FFF2-40B4-BE49-F238E27FC236}">
                <a16:creationId xmlns:a16="http://schemas.microsoft.com/office/drawing/2014/main" id="{4C6A8AA2-EB88-C6FD-C5DB-7DFBE98CC307}"/>
              </a:ext>
            </a:extLst>
          </p:cNvPr>
          <p:cNvSpPr txBox="1"/>
          <p:nvPr/>
        </p:nvSpPr>
        <p:spPr>
          <a:xfrm>
            <a:off x="6512965" y="1360197"/>
            <a:ext cx="4858380"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1"/>
                </a:solidFill>
                <a:latin typeface="Open Sans"/>
                <a:ea typeface="Open Sans"/>
                <a:cs typeface="Open Sans"/>
              </a:rPr>
              <a:t>Fixing Null Values</a:t>
            </a:r>
          </a:p>
        </p:txBody>
      </p:sp>
      <p:pic>
        <p:nvPicPr>
          <p:cNvPr id="9" name="Picture 8">
            <a:extLst>
              <a:ext uri="{FF2B5EF4-FFF2-40B4-BE49-F238E27FC236}">
                <a16:creationId xmlns:a16="http://schemas.microsoft.com/office/drawing/2014/main" id="{81155935-CE47-8549-5457-C395466E8E1A}"/>
              </a:ext>
            </a:extLst>
          </p:cNvPr>
          <p:cNvPicPr>
            <a:picLocks noChangeAspect="1"/>
          </p:cNvPicPr>
          <p:nvPr/>
        </p:nvPicPr>
        <p:blipFill>
          <a:blip r:embed="rId5"/>
          <a:stretch>
            <a:fillRect/>
          </a:stretch>
        </p:blipFill>
        <p:spPr>
          <a:xfrm>
            <a:off x="6337300" y="2277978"/>
            <a:ext cx="5222488" cy="1643781"/>
          </a:xfrm>
          <a:prstGeom prst="rect">
            <a:avLst/>
          </a:prstGeom>
        </p:spPr>
      </p:pic>
      <p:sp>
        <p:nvSpPr>
          <p:cNvPr id="11" name="Rectangle 10">
            <a:extLst>
              <a:ext uri="{FF2B5EF4-FFF2-40B4-BE49-F238E27FC236}">
                <a16:creationId xmlns:a16="http://schemas.microsoft.com/office/drawing/2014/main" id="{7C6E094A-1657-CFA8-7EFB-7C4111521F15}"/>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Rectangle 12">
            <a:extLst>
              <a:ext uri="{FF2B5EF4-FFF2-40B4-BE49-F238E27FC236}">
                <a16:creationId xmlns:a16="http://schemas.microsoft.com/office/drawing/2014/main" id="{A0B1923D-EECC-86DE-4F2B-3DC6339F41DE}"/>
              </a:ext>
            </a:extLst>
          </p:cNvPr>
          <p:cNvSpPr/>
          <p:nvPr/>
        </p:nvSpPr>
        <p:spPr bwMode="gray">
          <a:xfrm>
            <a:off x="8742218" y="6507018"/>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43773249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AC74A-8A87-909C-7CB3-5BFE9EBBE93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5A0A80-9669-6E14-375D-E714FD4D731F}"/>
              </a:ext>
            </a:extLst>
          </p:cNvPr>
          <p:cNvSpPr>
            <a:spLocks noGrp="1"/>
          </p:cNvSpPr>
          <p:nvPr>
            <p:ph type="body" sz="quarter" idx="10"/>
          </p:nvPr>
        </p:nvSpPr>
        <p:spPr>
          <a:xfrm>
            <a:off x="480484" y="213728"/>
            <a:ext cx="9029604" cy="6085472"/>
          </a:xfrm>
        </p:spPr>
        <p:txBody>
          <a:bodyPr vert="horz" lIns="0" tIns="0" rIns="0" bIns="0" rtlCol="0" anchor="t">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sp>
        <p:nvSpPr>
          <p:cNvPr id="4" name="TextBox 3">
            <a:extLst>
              <a:ext uri="{FF2B5EF4-FFF2-40B4-BE49-F238E27FC236}">
                <a16:creationId xmlns:a16="http://schemas.microsoft.com/office/drawing/2014/main" id="{A1BC2855-C814-F5EE-BE34-02EC8BDE682B}"/>
              </a:ext>
            </a:extLst>
          </p:cNvPr>
          <p:cNvSpPr txBox="1"/>
          <p:nvPr/>
        </p:nvSpPr>
        <p:spPr>
          <a:xfrm>
            <a:off x="376326" y="434222"/>
            <a:ext cx="9719747" cy="615553"/>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latin typeface="Times New Roman"/>
                <a:cs typeface="Times New Roman"/>
              </a:rPr>
              <a:t>Big Data Analysis Using </a:t>
            </a:r>
            <a:r>
              <a:rPr lang="en-US" sz="4000" b="1" err="1">
                <a:solidFill>
                  <a:srgbClr val="86BC25"/>
                </a:solidFill>
                <a:latin typeface="Times New Roman"/>
                <a:cs typeface="Times New Roman"/>
              </a:rPr>
              <a:t>PySpark</a:t>
            </a:r>
            <a:r>
              <a:rPr lang="en-US" sz="4000" b="1">
                <a:solidFill>
                  <a:srgbClr val="86BC25"/>
                </a:solidFill>
                <a:latin typeface="Times New Roman"/>
                <a:cs typeface="Times New Roman"/>
              </a:rPr>
              <a:t> and Hive</a:t>
            </a:r>
            <a:endParaRPr lang="en-US" sz="4000" b="1">
              <a:solidFill>
                <a:srgbClr val="86BC25"/>
              </a:solidFill>
              <a:ea typeface="Calibri"/>
              <a:cs typeface="Calibri"/>
            </a:endParaRPr>
          </a:p>
        </p:txBody>
      </p:sp>
      <p:sp>
        <p:nvSpPr>
          <p:cNvPr id="8" name="TextBox 7">
            <a:extLst>
              <a:ext uri="{FF2B5EF4-FFF2-40B4-BE49-F238E27FC236}">
                <a16:creationId xmlns:a16="http://schemas.microsoft.com/office/drawing/2014/main" id="{3347BB01-4BA0-33ED-105B-483D755C3915}"/>
              </a:ext>
            </a:extLst>
          </p:cNvPr>
          <p:cNvSpPr txBox="1"/>
          <p:nvPr/>
        </p:nvSpPr>
        <p:spPr>
          <a:xfrm>
            <a:off x="480484" y="1446728"/>
            <a:ext cx="4858380"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1"/>
                </a:solidFill>
                <a:latin typeface="Times New Roman" panose="02020603050405020304" pitchFamily="18" charset="0"/>
                <a:ea typeface="Open Sans"/>
                <a:cs typeface="Times New Roman" panose="02020603050405020304" pitchFamily="18" charset="0"/>
              </a:rPr>
              <a:t>Fixing Null Values</a:t>
            </a:r>
          </a:p>
        </p:txBody>
      </p:sp>
      <p:pic>
        <p:nvPicPr>
          <p:cNvPr id="10" name="Picture 9">
            <a:extLst>
              <a:ext uri="{FF2B5EF4-FFF2-40B4-BE49-F238E27FC236}">
                <a16:creationId xmlns:a16="http://schemas.microsoft.com/office/drawing/2014/main" id="{1552A8DF-985F-0C41-E21A-5FBE65C942E0}"/>
              </a:ext>
            </a:extLst>
          </p:cNvPr>
          <p:cNvPicPr>
            <a:picLocks noChangeAspect="1"/>
          </p:cNvPicPr>
          <p:nvPr/>
        </p:nvPicPr>
        <p:blipFill>
          <a:blip r:embed="rId3"/>
          <a:stretch>
            <a:fillRect/>
          </a:stretch>
        </p:blipFill>
        <p:spPr>
          <a:xfrm>
            <a:off x="6096000" y="2491639"/>
            <a:ext cx="5448131" cy="2671276"/>
          </a:xfrm>
          <a:prstGeom prst="rect">
            <a:avLst/>
          </a:prstGeom>
        </p:spPr>
      </p:pic>
      <p:pic>
        <p:nvPicPr>
          <p:cNvPr id="14" name="Picture 13">
            <a:extLst>
              <a:ext uri="{FF2B5EF4-FFF2-40B4-BE49-F238E27FC236}">
                <a16:creationId xmlns:a16="http://schemas.microsoft.com/office/drawing/2014/main" id="{466CDFDA-D5F9-E650-EB7D-0EA396CAB792}"/>
              </a:ext>
            </a:extLst>
          </p:cNvPr>
          <p:cNvPicPr>
            <a:picLocks noChangeAspect="1"/>
          </p:cNvPicPr>
          <p:nvPr/>
        </p:nvPicPr>
        <p:blipFill>
          <a:blip r:embed="rId4"/>
          <a:stretch>
            <a:fillRect/>
          </a:stretch>
        </p:blipFill>
        <p:spPr>
          <a:xfrm>
            <a:off x="480484" y="2430114"/>
            <a:ext cx="5150295" cy="2818390"/>
          </a:xfrm>
          <a:prstGeom prst="rect">
            <a:avLst/>
          </a:prstGeom>
        </p:spPr>
      </p:pic>
      <p:sp>
        <p:nvSpPr>
          <p:cNvPr id="11" name="Rectangle 10">
            <a:extLst>
              <a:ext uri="{FF2B5EF4-FFF2-40B4-BE49-F238E27FC236}">
                <a16:creationId xmlns:a16="http://schemas.microsoft.com/office/drawing/2014/main" id="{DC8D2CE7-87E8-F8D3-3C12-0C8A7492CE95}"/>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Rectangle 12">
            <a:extLst>
              <a:ext uri="{FF2B5EF4-FFF2-40B4-BE49-F238E27FC236}">
                <a16:creationId xmlns:a16="http://schemas.microsoft.com/office/drawing/2014/main" id="{2A38FBF9-357D-C8FD-5A1A-8BF7480AF709}"/>
              </a:ext>
            </a:extLst>
          </p:cNvPr>
          <p:cNvSpPr/>
          <p:nvPr/>
        </p:nvSpPr>
        <p:spPr bwMode="gray">
          <a:xfrm>
            <a:off x="8672945" y="6423778"/>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83444980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334D9-85AC-1B47-9244-BEF2246482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D8ECE1-A546-9118-4644-3170E55F554C}"/>
              </a:ext>
            </a:extLst>
          </p:cNvPr>
          <p:cNvSpPr>
            <a:spLocks noGrp="1"/>
          </p:cNvSpPr>
          <p:nvPr>
            <p:ph type="body" sz="quarter" idx="10"/>
          </p:nvPr>
        </p:nvSpPr>
        <p:spPr>
          <a:xfrm>
            <a:off x="480484" y="213728"/>
            <a:ext cx="9029604" cy="6085472"/>
          </a:xfrm>
        </p:spPr>
        <p:txBody>
          <a:bodyPr vert="horz" lIns="0" tIns="0" rIns="0" bIns="0" rtlCol="0" anchor="t">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sp>
        <p:nvSpPr>
          <p:cNvPr id="4" name="TextBox 3">
            <a:extLst>
              <a:ext uri="{FF2B5EF4-FFF2-40B4-BE49-F238E27FC236}">
                <a16:creationId xmlns:a16="http://schemas.microsoft.com/office/drawing/2014/main" id="{32789820-51DC-7972-5DD7-A69EE7A9CC3F}"/>
              </a:ext>
            </a:extLst>
          </p:cNvPr>
          <p:cNvSpPr txBox="1"/>
          <p:nvPr/>
        </p:nvSpPr>
        <p:spPr>
          <a:xfrm>
            <a:off x="376326" y="434222"/>
            <a:ext cx="9719747" cy="615553"/>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latin typeface="Times New Roman"/>
                <a:cs typeface="Times New Roman"/>
              </a:rPr>
              <a:t>Big Data Analysis Using </a:t>
            </a:r>
            <a:r>
              <a:rPr lang="en-US" sz="4000" b="1" err="1">
                <a:solidFill>
                  <a:srgbClr val="86BC25"/>
                </a:solidFill>
                <a:latin typeface="Times New Roman"/>
                <a:cs typeface="Times New Roman"/>
              </a:rPr>
              <a:t>PySpark</a:t>
            </a:r>
            <a:r>
              <a:rPr lang="en-US" sz="4000" b="1">
                <a:solidFill>
                  <a:srgbClr val="86BC25"/>
                </a:solidFill>
                <a:latin typeface="Times New Roman"/>
                <a:cs typeface="Times New Roman"/>
              </a:rPr>
              <a:t> and Hive</a:t>
            </a:r>
            <a:endParaRPr lang="en-US" sz="4000" b="1">
              <a:solidFill>
                <a:srgbClr val="86BC25"/>
              </a:solidFill>
              <a:ea typeface="Calibri"/>
              <a:cs typeface="Calibri"/>
            </a:endParaRPr>
          </a:p>
        </p:txBody>
      </p:sp>
      <p:sp>
        <p:nvSpPr>
          <p:cNvPr id="8" name="TextBox 7">
            <a:extLst>
              <a:ext uri="{FF2B5EF4-FFF2-40B4-BE49-F238E27FC236}">
                <a16:creationId xmlns:a16="http://schemas.microsoft.com/office/drawing/2014/main" id="{A531AEBB-F19D-888F-A876-27673180997A}"/>
              </a:ext>
            </a:extLst>
          </p:cNvPr>
          <p:cNvSpPr txBox="1"/>
          <p:nvPr/>
        </p:nvSpPr>
        <p:spPr>
          <a:xfrm>
            <a:off x="480484" y="1446728"/>
            <a:ext cx="4858380"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1"/>
                </a:solidFill>
                <a:latin typeface="Times New Roman" panose="02020603050405020304" pitchFamily="18" charset="0"/>
                <a:ea typeface="Open Sans"/>
                <a:cs typeface="Times New Roman" panose="02020603050405020304" pitchFamily="18" charset="0"/>
              </a:rPr>
              <a:t>Fixing Null Values</a:t>
            </a:r>
          </a:p>
        </p:txBody>
      </p:sp>
      <p:pic>
        <p:nvPicPr>
          <p:cNvPr id="5" name="Picture 4">
            <a:extLst>
              <a:ext uri="{FF2B5EF4-FFF2-40B4-BE49-F238E27FC236}">
                <a16:creationId xmlns:a16="http://schemas.microsoft.com/office/drawing/2014/main" id="{DFBA7755-D9A1-E235-B36B-5629BE6E501C}"/>
              </a:ext>
            </a:extLst>
          </p:cNvPr>
          <p:cNvPicPr>
            <a:picLocks noChangeAspect="1"/>
          </p:cNvPicPr>
          <p:nvPr/>
        </p:nvPicPr>
        <p:blipFill>
          <a:blip r:embed="rId3"/>
          <a:stretch>
            <a:fillRect/>
          </a:stretch>
        </p:blipFill>
        <p:spPr>
          <a:xfrm>
            <a:off x="533416" y="2305346"/>
            <a:ext cx="9562657" cy="3116903"/>
          </a:xfrm>
          <a:prstGeom prst="rect">
            <a:avLst/>
          </a:prstGeom>
        </p:spPr>
      </p:pic>
      <p:sp>
        <p:nvSpPr>
          <p:cNvPr id="6" name="Rectangle 5">
            <a:extLst>
              <a:ext uri="{FF2B5EF4-FFF2-40B4-BE49-F238E27FC236}">
                <a16:creationId xmlns:a16="http://schemas.microsoft.com/office/drawing/2014/main" id="{08F6494E-C9DF-CC94-AD76-96C36533B3A4}"/>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Rectangle 8">
            <a:extLst>
              <a:ext uri="{FF2B5EF4-FFF2-40B4-BE49-F238E27FC236}">
                <a16:creationId xmlns:a16="http://schemas.microsoft.com/office/drawing/2014/main" id="{C5DA3813-C1D9-5DF4-24D7-3FC33375E1DD}"/>
              </a:ext>
            </a:extLst>
          </p:cNvPr>
          <p:cNvSpPr/>
          <p:nvPr/>
        </p:nvSpPr>
        <p:spPr bwMode="gray">
          <a:xfrm>
            <a:off x="8853055" y="640051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6646878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0827B-3BC5-B8AA-67A0-171C422239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CE935-8251-DFBD-E1B2-991A6FF8D138}"/>
              </a:ext>
            </a:extLst>
          </p:cNvPr>
          <p:cNvSpPr>
            <a:spLocks noGrp="1"/>
          </p:cNvSpPr>
          <p:nvPr>
            <p:ph type="body" sz="quarter" idx="10"/>
          </p:nvPr>
        </p:nvSpPr>
        <p:spPr>
          <a:xfrm>
            <a:off x="480484" y="213728"/>
            <a:ext cx="9029604" cy="6085472"/>
          </a:xfrm>
        </p:spPr>
        <p:txBody>
          <a:bodyPr vert="horz" lIns="0" tIns="0" rIns="0" bIns="0" rtlCol="0" anchor="t">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sp>
        <p:nvSpPr>
          <p:cNvPr id="4" name="TextBox 3">
            <a:extLst>
              <a:ext uri="{FF2B5EF4-FFF2-40B4-BE49-F238E27FC236}">
                <a16:creationId xmlns:a16="http://schemas.microsoft.com/office/drawing/2014/main" id="{072AB4F7-D011-1453-1D28-2A37D2F42D15}"/>
              </a:ext>
            </a:extLst>
          </p:cNvPr>
          <p:cNvSpPr txBox="1"/>
          <p:nvPr/>
        </p:nvSpPr>
        <p:spPr>
          <a:xfrm>
            <a:off x="376326" y="434222"/>
            <a:ext cx="9719747" cy="615553"/>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latin typeface="Times New Roman"/>
                <a:cs typeface="Times New Roman"/>
              </a:rPr>
              <a:t>Big Data Analysis Using </a:t>
            </a:r>
            <a:r>
              <a:rPr lang="en-US" sz="4000" b="1" err="1">
                <a:solidFill>
                  <a:srgbClr val="86BC25"/>
                </a:solidFill>
                <a:latin typeface="Times New Roman"/>
                <a:cs typeface="Times New Roman"/>
              </a:rPr>
              <a:t>PySpark</a:t>
            </a:r>
            <a:r>
              <a:rPr lang="en-US" sz="4000" b="1">
                <a:solidFill>
                  <a:srgbClr val="86BC25"/>
                </a:solidFill>
                <a:latin typeface="Times New Roman"/>
                <a:cs typeface="Times New Roman"/>
              </a:rPr>
              <a:t> and Hive</a:t>
            </a:r>
            <a:endParaRPr lang="en-US" sz="4000" b="1">
              <a:solidFill>
                <a:srgbClr val="86BC25"/>
              </a:solidFill>
              <a:ea typeface="Calibri"/>
              <a:cs typeface="Calibri"/>
            </a:endParaRPr>
          </a:p>
        </p:txBody>
      </p:sp>
      <p:pic>
        <p:nvPicPr>
          <p:cNvPr id="5" name="Picture 4">
            <a:extLst>
              <a:ext uri="{FF2B5EF4-FFF2-40B4-BE49-F238E27FC236}">
                <a16:creationId xmlns:a16="http://schemas.microsoft.com/office/drawing/2014/main" id="{41B61B80-FCDB-61B7-09E9-049E5BE69337}"/>
              </a:ext>
            </a:extLst>
          </p:cNvPr>
          <p:cNvPicPr>
            <a:picLocks noChangeAspect="1"/>
          </p:cNvPicPr>
          <p:nvPr/>
        </p:nvPicPr>
        <p:blipFill>
          <a:blip r:embed="rId3"/>
          <a:stretch>
            <a:fillRect/>
          </a:stretch>
        </p:blipFill>
        <p:spPr>
          <a:xfrm>
            <a:off x="1281112" y="2767012"/>
            <a:ext cx="9629775" cy="1323975"/>
          </a:xfrm>
          <a:prstGeom prst="rect">
            <a:avLst/>
          </a:prstGeom>
        </p:spPr>
      </p:pic>
      <p:sp>
        <p:nvSpPr>
          <p:cNvPr id="6" name="TextBox 5">
            <a:extLst>
              <a:ext uri="{FF2B5EF4-FFF2-40B4-BE49-F238E27FC236}">
                <a16:creationId xmlns:a16="http://schemas.microsoft.com/office/drawing/2014/main" id="{5BBC084C-0822-ABA0-7ACD-AF5BE6A5E962}"/>
              </a:ext>
            </a:extLst>
          </p:cNvPr>
          <p:cNvSpPr txBox="1"/>
          <p:nvPr/>
        </p:nvSpPr>
        <p:spPr>
          <a:xfrm>
            <a:off x="376326" y="1360197"/>
            <a:ext cx="3961343"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2"/>
                </a:solidFill>
                <a:latin typeface="Times New Roman" panose="02020603050405020304" pitchFamily="18" charset="0"/>
                <a:ea typeface="Open Sans"/>
                <a:cs typeface="Times New Roman" panose="02020603050405020304" pitchFamily="18" charset="0"/>
              </a:rPr>
              <a:t>Handling Duplicates</a:t>
            </a:r>
            <a:endParaRPr lang="en-US">
              <a:solidFill>
                <a:schemeClr val="bg2"/>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39EB34F-461B-629A-F60D-16E5AEE29C1D}"/>
              </a:ext>
            </a:extLst>
          </p:cNvPr>
          <p:cNvPicPr>
            <a:picLocks noChangeAspect="1"/>
          </p:cNvPicPr>
          <p:nvPr/>
        </p:nvPicPr>
        <p:blipFill>
          <a:blip r:embed="rId4"/>
          <a:stretch>
            <a:fillRect/>
          </a:stretch>
        </p:blipFill>
        <p:spPr>
          <a:xfrm>
            <a:off x="379493" y="2767314"/>
            <a:ext cx="4546079" cy="1535575"/>
          </a:xfrm>
          <a:prstGeom prst="rect">
            <a:avLst/>
          </a:prstGeom>
        </p:spPr>
      </p:pic>
      <p:sp>
        <p:nvSpPr>
          <p:cNvPr id="11" name="TextBox 10">
            <a:extLst>
              <a:ext uri="{FF2B5EF4-FFF2-40B4-BE49-F238E27FC236}">
                <a16:creationId xmlns:a16="http://schemas.microsoft.com/office/drawing/2014/main" id="{83574F90-4DDC-FF62-ABEC-57A9E9AFF38C}"/>
              </a:ext>
            </a:extLst>
          </p:cNvPr>
          <p:cNvSpPr txBox="1"/>
          <p:nvPr/>
        </p:nvSpPr>
        <p:spPr>
          <a:xfrm>
            <a:off x="5777845" y="1360197"/>
            <a:ext cx="4597950" cy="461665"/>
          </a:xfrm>
          <a:prstGeom prst="rect">
            <a:avLst/>
          </a:prstGeom>
          <a:solidFill>
            <a:schemeClr val="tx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3000" b="1">
                <a:solidFill>
                  <a:schemeClr val="bg2"/>
                </a:solidFill>
                <a:latin typeface="Times New Roman" panose="02020603050405020304" pitchFamily="18" charset="0"/>
                <a:ea typeface="Open Sans"/>
                <a:cs typeface="Times New Roman" panose="02020603050405020304" pitchFamily="18" charset="0"/>
              </a:rPr>
              <a:t>Saving into HIVE table</a:t>
            </a:r>
          </a:p>
        </p:txBody>
      </p:sp>
      <p:pic>
        <p:nvPicPr>
          <p:cNvPr id="12" name="Picture 11">
            <a:extLst>
              <a:ext uri="{FF2B5EF4-FFF2-40B4-BE49-F238E27FC236}">
                <a16:creationId xmlns:a16="http://schemas.microsoft.com/office/drawing/2014/main" id="{A6A89FEF-4399-44E1-9DFF-31A86AC18DF5}"/>
              </a:ext>
            </a:extLst>
          </p:cNvPr>
          <p:cNvPicPr>
            <a:picLocks noChangeAspect="1"/>
          </p:cNvPicPr>
          <p:nvPr/>
        </p:nvPicPr>
        <p:blipFill>
          <a:blip r:embed="rId5"/>
          <a:stretch>
            <a:fillRect/>
          </a:stretch>
        </p:blipFill>
        <p:spPr>
          <a:xfrm>
            <a:off x="5690343" y="2389208"/>
            <a:ext cx="5219339" cy="1153611"/>
          </a:xfrm>
          <a:prstGeom prst="rect">
            <a:avLst/>
          </a:prstGeom>
        </p:spPr>
      </p:pic>
      <p:pic>
        <p:nvPicPr>
          <p:cNvPr id="13" name="Picture 12">
            <a:extLst>
              <a:ext uri="{FF2B5EF4-FFF2-40B4-BE49-F238E27FC236}">
                <a16:creationId xmlns:a16="http://schemas.microsoft.com/office/drawing/2014/main" id="{C4625481-4EC2-C226-6CD0-4CE240D67623}"/>
              </a:ext>
            </a:extLst>
          </p:cNvPr>
          <p:cNvPicPr>
            <a:picLocks noChangeAspect="1"/>
          </p:cNvPicPr>
          <p:nvPr/>
        </p:nvPicPr>
        <p:blipFill>
          <a:blip r:embed="rId6"/>
          <a:stretch>
            <a:fillRect/>
          </a:stretch>
        </p:blipFill>
        <p:spPr>
          <a:xfrm>
            <a:off x="5691066" y="3816812"/>
            <a:ext cx="5218616" cy="2253086"/>
          </a:xfrm>
          <a:prstGeom prst="rect">
            <a:avLst/>
          </a:prstGeom>
        </p:spPr>
      </p:pic>
      <p:sp>
        <p:nvSpPr>
          <p:cNvPr id="15" name="Rectangle 14">
            <a:extLst>
              <a:ext uri="{FF2B5EF4-FFF2-40B4-BE49-F238E27FC236}">
                <a16:creationId xmlns:a16="http://schemas.microsoft.com/office/drawing/2014/main" id="{76A7F989-4B81-F1CC-6DBF-69626A625530}"/>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Rectangle 16">
            <a:extLst>
              <a:ext uri="{FF2B5EF4-FFF2-40B4-BE49-F238E27FC236}">
                <a16:creationId xmlns:a16="http://schemas.microsoft.com/office/drawing/2014/main" id="{590984C3-1C6C-8B0B-E244-EDF61AD45AE4}"/>
              </a:ext>
            </a:extLst>
          </p:cNvPr>
          <p:cNvSpPr/>
          <p:nvPr/>
        </p:nvSpPr>
        <p:spPr bwMode="gray">
          <a:xfrm>
            <a:off x="8672945" y="6434131"/>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93443959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17EF-D0BE-B191-2D2A-50A7DC3945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69CEF77-03CA-12C5-50FB-A221DA3FF0D8}"/>
              </a:ext>
            </a:extLst>
          </p:cNvPr>
          <p:cNvSpPr>
            <a:spLocks noGrp="1"/>
          </p:cNvSpPr>
          <p:nvPr>
            <p:ph type="body" sz="quarter" idx="10"/>
          </p:nvPr>
        </p:nvSpPr>
        <p:spPr>
          <a:xfrm>
            <a:off x="480484" y="213728"/>
            <a:ext cx="9029604" cy="6085472"/>
          </a:xfrm>
        </p:spPr>
        <p:txBody>
          <a:bodyPr vert="horz" lIns="0" tIns="0" rIns="0" bIns="0" rtlCol="0">
            <a:noAutofit/>
          </a:bodyPr>
          <a:lstStyle/>
          <a:p>
            <a:endParaRPr lang="en-US" sz="4000">
              <a:latin typeface="Times New Roman"/>
              <a:ea typeface="Calibri"/>
              <a:cs typeface="Times New Roman"/>
            </a:endParaRPr>
          </a:p>
          <a:p>
            <a:endParaRPr lang="en-US" sz="4000">
              <a:latin typeface="Times New Roman"/>
              <a:ea typeface="Calibri"/>
              <a:cs typeface="Times New Roman"/>
            </a:endParaRPr>
          </a:p>
        </p:txBody>
      </p:sp>
      <p:graphicFrame>
        <p:nvGraphicFramePr>
          <p:cNvPr id="3" name="Diagram 2">
            <a:extLst>
              <a:ext uri="{FF2B5EF4-FFF2-40B4-BE49-F238E27FC236}">
                <a16:creationId xmlns:a16="http://schemas.microsoft.com/office/drawing/2014/main" id="{9CD5014D-61A2-3B70-05AF-F30A3BD7F7D6}"/>
              </a:ext>
            </a:extLst>
          </p:cNvPr>
          <p:cNvGraphicFramePr/>
          <p:nvPr>
            <p:extLst>
              <p:ext uri="{D42A27DB-BD31-4B8C-83A1-F6EECF244321}">
                <p14:modId xmlns:p14="http://schemas.microsoft.com/office/powerpoint/2010/main" val="117146074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0458B1DF-A8A2-38E9-FAD2-B9081072B125}"/>
              </a:ext>
            </a:extLst>
          </p:cNvPr>
          <p:cNvGraphicFramePr/>
          <p:nvPr>
            <p:extLst>
              <p:ext uri="{D42A27DB-BD31-4B8C-83A1-F6EECF244321}">
                <p14:modId xmlns:p14="http://schemas.microsoft.com/office/powerpoint/2010/main" val="185754969"/>
              </p:ext>
            </p:extLst>
          </p:nvPr>
        </p:nvGraphicFramePr>
        <p:xfrm>
          <a:off x="1262803" y="296169"/>
          <a:ext cx="8937428" cy="248211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Box 5">
            <a:extLst>
              <a:ext uri="{FF2B5EF4-FFF2-40B4-BE49-F238E27FC236}">
                <a16:creationId xmlns:a16="http://schemas.microsoft.com/office/drawing/2014/main" id="{CE4B87AC-3949-4787-11DD-167919F242B6}"/>
              </a:ext>
            </a:extLst>
          </p:cNvPr>
          <p:cNvSpPr txBox="1"/>
          <p:nvPr/>
        </p:nvSpPr>
        <p:spPr>
          <a:xfrm>
            <a:off x="480484" y="213728"/>
            <a:ext cx="9719747"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ea typeface="Calibri"/>
                <a:cs typeface="Calibri"/>
              </a:rPr>
              <a:t>AWS Entire Workflow </a:t>
            </a:r>
          </a:p>
        </p:txBody>
      </p:sp>
      <p:pic>
        <p:nvPicPr>
          <p:cNvPr id="8" name="Picture 7">
            <a:extLst>
              <a:ext uri="{FF2B5EF4-FFF2-40B4-BE49-F238E27FC236}">
                <a16:creationId xmlns:a16="http://schemas.microsoft.com/office/drawing/2014/main" id="{DF096690-1799-5D56-3269-0547B861FB62}"/>
              </a:ext>
            </a:extLst>
          </p:cNvPr>
          <p:cNvPicPr>
            <a:picLocks noChangeAspect="1"/>
          </p:cNvPicPr>
          <p:nvPr/>
        </p:nvPicPr>
        <p:blipFill>
          <a:blip r:embed="rId13"/>
          <a:stretch>
            <a:fillRect/>
          </a:stretch>
        </p:blipFill>
        <p:spPr>
          <a:xfrm>
            <a:off x="891362" y="2025949"/>
            <a:ext cx="10409276" cy="4192817"/>
          </a:xfrm>
          <a:prstGeom prst="rect">
            <a:avLst/>
          </a:prstGeom>
        </p:spPr>
      </p:pic>
      <p:sp>
        <p:nvSpPr>
          <p:cNvPr id="7" name="Rectangle 6">
            <a:extLst>
              <a:ext uri="{FF2B5EF4-FFF2-40B4-BE49-F238E27FC236}">
                <a16:creationId xmlns:a16="http://schemas.microsoft.com/office/drawing/2014/main" id="{29F2E318-861A-9A4A-1181-CD25800C17BF}"/>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446E9D2D-7A2B-10F2-3399-A1E9EA3A7A14}"/>
              </a:ext>
            </a:extLst>
          </p:cNvPr>
          <p:cNvSpPr/>
          <p:nvPr/>
        </p:nvSpPr>
        <p:spPr bwMode="gray">
          <a:xfrm>
            <a:off x="8788400" y="6386339"/>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20812137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 name="Straight Connector 55">
            <a:extLst>
              <a:ext uri="{FF2B5EF4-FFF2-40B4-BE49-F238E27FC236}">
                <a16:creationId xmlns:a16="http://schemas.microsoft.com/office/drawing/2014/main" id="{3EFF7C70-BA28-1D4D-8B21-741F1A55A931}"/>
              </a:ext>
            </a:extLst>
          </p:cNvPr>
          <p:cNvCxnSpPr/>
          <p:nvPr/>
        </p:nvCxnSpPr>
        <p:spPr>
          <a:xfrm flipH="1" flipV="1">
            <a:off x="7777534" y="1511589"/>
            <a:ext cx="1454864" cy="0"/>
          </a:xfrm>
          <a:prstGeom prst="line">
            <a:avLst/>
          </a:prstGeom>
          <a:noFill/>
          <a:ln w="50800" cap="rnd" cmpd="sng" algn="ctr">
            <a:solidFill>
              <a:sysClr val="window" lastClr="FFFFFF">
                <a:lumMod val="85000"/>
              </a:sysClr>
            </a:solidFill>
            <a:prstDash val="solid"/>
          </a:ln>
          <a:effectLst/>
        </p:spPr>
      </p:cxnSp>
      <p:sp>
        <p:nvSpPr>
          <p:cNvPr id="57" name="Oval 56">
            <a:extLst>
              <a:ext uri="{FF2B5EF4-FFF2-40B4-BE49-F238E27FC236}">
                <a16:creationId xmlns:a16="http://schemas.microsoft.com/office/drawing/2014/main" id="{DA32890C-C531-4D41-8046-9A7A828B7B4F}"/>
              </a:ext>
            </a:extLst>
          </p:cNvPr>
          <p:cNvSpPr/>
          <p:nvPr/>
        </p:nvSpPr>
        <p:spPr bwMode="gray">
          <a:xfrm>
            <a:off x="8425942" y="1505865"/>
            <a:ext cx="1759991" cy="1165422"/>
          </a:xfrm>
          <a:prstGeom prst="ellipse">
            <a:avLst/>
          </a:prstGeom>
          <a:solidFill>
            <a:sysClr val="windowText" lastClr="000000"/>
          </a:solidFill>
          <a:ln w="50800" cap="rnd" algn="ctr">
            <a:solidFill>
              <a:sysClr val="window" lastClr="FFFFFF">
                <a:lumMod val="85000"/>
              </a:sysClr>
            </a:solid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58" name="Oval 57">
            <a:extLst>
              <a:ext uri="{FF2B5EF4-FFF2-40B4-BE49-F238E27FC236}">
                <a16:creationId xmlns:a16="http://schemas.microsoft.com/office/drawing/2014/main" id="{23CC3CDF-B02B-F94B-895F-920AC4AA53E1}"/>
              </a:ext>
            </a:extLst>
          </p:cNvPr>
          <p:cNvSpPr/>
          <p:nvPr/>
        </p:nvSpPr>
        <p:spPr bwMode="gray">
          <a:xfrm>
            <a:off x="1623614" y="2656181"/>
            <a:ext cx="2869349" cy="1871926"/>
          </a:xfrm>
          <a:prstGeom prst="ellipse">
            <a:avLst/>
          </a:prstGeom>
          <a:solidFill>
            <a:sysClr val="windowText" lastClr="000000"/>
          </a:solidFill>
          <a:ln w="50800" cap="rnd" algn="ctr">
            <a:solidFill>
              <a:sysClr val="window" lastClr="FFFFFF">
                <a:lumMod val="85000"/>
              </a:sysClr>
            </a:solid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59" name="Rectangle 58">
            <a:extLst>
              <a:ext uri="{FF2B5EF4-FFF2-40B4-BE49-F238E27FC236}">
                <a16:creationId xmlns:a16="http://schemas.microsoft.com/office/drawing/2014/main" id="{FE63E6BA-D1C1-FE47-A0DE-D76114ED70C6}"/>
              </a:ext>
            </a:extLst>
          </p:cNvPr>
          <p:cNvSpPr/>
          <p:nvPr/>
        </p:nvSpPr>
        <p:spPr bwMode="gray">
          <a:xfrm>
            <a:off x="3032376" y="2674978"/>
            <a:ext cx="1885842" cy="1846935"/>
          </a:xfrm>
          <a:prstGeom prst="rec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cxnSp>
        <p:nvCxnSpPr>
          <p:cNvPr id="60" name="Straight Connector 59">
            <a:extLst>
              <a:ext uri="{FF2B5EF4-FFF2-40B4-BE49-F238E27FC236}">
                <a16:creationId xmlns:a16="http://schemas.microsoft.com/office/drawing/2014/main" id="{1F6D8C2B-9081-5642-B594-886AFFBF61FE}"/>
              </a:ext>
            </a:extLst>
          </p:cNvPr>
          <p:cNvCxnSpPr>
            <a:cxnSpLocks/>
            <a:stCxn id="58" idx="0"/>
          </p:cNvCxnSpPr>
          <p:nvPr/>
        </p:nvCxnSpPr>
        <p:spPr>
          <a:xfrm>
            <a:off x="3058289" y="2656181"/>
            <a:ext cx="6328140" cy="10861"/>
          </a:xfrm>
          <a:prstGeom prst="line">
            <a:avLst/>
          </a:prstGeom>
          <a:noFill/>
          <a:ln w="50800" cap="rnd" cmpd="sng" algn="ctr">
            <a:solidFill>
              <a:sysClr val="window" lastClr="FFFFFF">
                <a:lumMod val="85000"/>
              </a:sysClr>
            </a:solidFill>
            <a:prstDash val="solid"/>
          </a:ln>
          <a:effectLst/>
        </p:spPr>
      </p:cxnSp>
      <p:cxnSp>
        <p:nvCxnSpPr>
          <p:cNvPr id="61" name="Straight Connector 60">
            <a:extLst>
              <a:ext uri="{FF2B5EF4-FFF2-40B4-BE49-F238E27FC236}">
                <a16:creationId xmlns:a16="http://schemas.microsoft.com/office/drawing/2014/main" id="{21ABFB3A-6FF1-9947-958E-DF680DCCE556}"/>
              </a:ext>
            </a:extLst>
          </p:cNvPr>
          <p:cNvCxnSpPr>
            <a:cxnSpLocks/>
          </p:cNvCxnSpPr>
          <p:nvPr/>
        </p:nvCxnSpPr>
        <p:spPr>
          <a:xfrm flipH="1" flipV="1">
            <a:off x="2850527" y="4520321"/>
            <a:ext cx="5029152" cy="1592"/>
          </a:xfrm>
          <a:prstGeom prst="line">
            <a:avLst/>
          </a:prstGeom>
          <a:noFill/>
          <a:ln w="50800" cap="rnd" cmpd="sng" algn="ctr">
            <a:solidFill>
              <a:sysClr val="window" lastClr="FFFFFF">
                <a:lumMod val="85000"/>
              </a:sysClr>
            </a:solidFill>
            <a:prstDash val="solid"/>
          </a:ln>
          <a:effectLst/>
        </p:spPr>
      </p:cxnSp>
      <p:sp>
        <p:nvSpPr>
          <p:cNvPr id="62" name="Rectangle 61">
            <a:extLst>
              <a:ext uri="{FF2B5EF4-FFF2-40B4-BE49-F238E27FC236}">
                <a16:creationId xmlns:a16="http://schemas.microsoft.com/office/drawing/2014/main" id="{708B1185-93EB-B545-B32F-5C89FBDD8E6B}"/>
              </a:ext>
            </a:extLst>
          </p:cNvPr>
          <p:cNvSpPr/>
          <p:nvPr/>
        </p:nvSpPr>
        <p:spPr bwMode="gray">
          <a:xfrm>
            <a:off x="544217" y="2980727"/>
            <a:ext cx="1720036" cy="477048"/>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63" name="TextBox 62">
            <a:extLst>
              <a:ext uri="{FF2B5EF4-FFF2-40B4-BE49-F238E27FC236}">
                <a16:creationId xmlns:a16="http://schemas.microsoft.com/office/drawing/2014/main" id="{4B3D3571-619F-694B-B597-73D561528466}"/>
              </a:ext>
            </a:extLst>
          </p:cNvPr>
          <p:cNvSpPr txBox="1"/>
          <p:nvPr/>
        </p:nvSpPr>
        <p:spPr>
          <a:xfrm>
            <a:off x="698821" y="3057130"/>
            <a:ext cx="1453540" cy="1538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Pct val="100000"/>
              <a:buFontTx/>
              <a:buNone/>
              <a:tabLst/>
              <a:defRPr kumimoji="0" sz="1200" b="0" i="0" u="none" strike="noStrike" cap="none" spc="0" normalizeH="0" baseline="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IE" sz="1000" b="1">
                <a:latin typeface="Calibri"/>
              </a:rPr>
              <a:t>Power BI</a:t>
            </a:r>
          </a:p>
        </p:txBody>
      </p:sp>
      <p:sp>
        <p:nvSpPr>
          <p:cNvPr id="64" name="Rectangle 63">
            <a:extLst>
              <a:ext uri="{FF2B5EF4-FFF2-40B4-BE49-F238E27FC236}">
                <a16:creationId xmlns:a16="http://schemas.microsoft.com/office/drawing/2014/main" id="{7280AD63-466B-0F40-AA17-CFA5D5D8BF52}"/>
              </a:ext>
            </a:extLst>
          </p:cNvPr>
          <p:cNvSpPr/>
          <p:nvPr/>
        </p:nvSpPr>
        <p:spPr bwMode="gray">
          <a:xfrm>
            <a:off x="4065354" y="4332452"/>
            <a:ext cx="1273028" cy="366257"/>
          </a:xfrm>
          <a:prstGeom prst="rect">
            <a:avLst/>
          </a:prstGeom>
          <a:solidFill>
            <a:srgbClr val="00768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65" name="TextBox 64">
            <a:extLst>
              <a:ext uri="{FF2B5EF4-FFF2-40B4-BE49-F238E27FC236}">
                <a16:creationId xmlns:a16="http://schemas.microsoft.com/office/drawing/2014/main" id="{C2CD8F8C-A97A-004B-AC22-518A49C3A133}"/>
              </a:ext>
            </a:extLst>
          </p:cNvPr>
          <p:cNvSpPr txBox="1"/>
          <p:nvPr/>
        </p:nvSpPr>
        <p:spPr>
          <a:xfrm>
            <a:off x="4142816" y="4452887"/>
            <a:ext cx="1118270" cy="153888"/>
          </a:xfrm>
          <a:prstGeom prst="rect">
            <a:avLst/>
          </a:prstGeom>
          <a:noFill/>
        </p:spPr>
        <p:txBody>
          <a:bodyPr wrap="square" lIns="0" tIns="0" rIns="0" bIns="0" rtlCol="0">
            <a:spAutoFit/>
          </a:bodyPr>
          <a:lstStyle/>
          <a:p>
            <a:pPr defTabSz="787481">
              <a:buSzPct val="100000"/>
              <a:defRPr/>
            </a:pPr>
            <a:r>
              <a:rPr lang="en-IE" sz="1000" b="1">
                <a:solidFill>
                  <a:prstClr val="white"/>
                </a:solidFill>
                <a:latin typeface="Calibri"/>
                <a:ea typeface="Open Sans Semibold" panose="020B0706030804020204" pitchFamily="34" charset="0"/>
                <a:cs typeface="Open Sans Semibold" panose="020B0706030804020204" pitchFamily="34" charset="0"/>
              </a:rPr>
              <a:t>Quick-Sight</a:t>
            </a:r>
          </a:p>
        </p:txBody>
      </p:sp>
      <p:sp>
        <p:nvSpPr>
          <p:cNvPr id="66" name="Rectangle 65">
            <a:extLst>
              <a:ext uri="{FF2B5EF4-FFF2-40B4-BE49-F238E27FC236}">
                <a16:creationId xmlns:a16="http://schemas.microsoft.com/office/drawing/2014/main" id="{DA836642-6B60-6642-928B-22359D8FEACC}"/>
              </a:ext>
            </a:extLst>
          </p:cNvPr>
          <p:cNvSpPr/>
          <p:nvPr/>
        </p:nvSpPr>
        <p:spPr bwMode="gray">
          <a:xfrm>
            <a:off x="7943009" y="1527260"/>
            <a:ext cx="1371056" cy="1118315"/>
          </a:xfrm>
          <a:prstGeom prst="rec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67" name="Rectangle 66">
            <a:extLst>
              <a:ext uri="{FF2B5EF4-FFF2-40B4-BE49-F238E27FC236}">
                <a16:creationId xmlns:a16="http://schemas.microsoft.com/office/drawing/2014/main" id="{F0DB7271-7700-FF48-B58C-99448F969B25}"/>
              </a:ext>
            </a:extLst>
          </p:cNvPr>
          <p:cNvSpPr/>
          <p:nvPr/>
        </p:nvSpPr>
        <p:spPr bwMode="gray">
          <a:xfrm>
            <a:off x="10203930" y="2299499"/>
            <a:ext cx="1386185" cy="379057"/>
          </a:xfrm>
          <a:prstGeom prst="rect">
            <a:avLst/>
          </a:prstGeom>
          <a:solidFill>
            <a:srgbClr val="43B02A"/>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68" name="TextBox 67">
            <a:extLst>
              <a:ext uri="{FF2B5EF4-FFF2-40B4-BE49-F238E27FC236}">
                <a16:creationId xmlns:a16="http://schemas.microsoft.com/office/drawing/2014/main" id="{66E7A0D2-ECAD-DB47-855A-C659C10F7DC9}"/>
              </a:ext>
            </a:extLst>
          </p:cNvPr>
          <p:cNvSpPr txBox="1"/>
          <p:nvPr/>
        </p:nvSpPr>
        <p:spPr>
          <a:xfrm>
            <a:off x="10555406" y="2406831"/>
            <a:ext cx="1034709" cy="1538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Pct val="100000"/>
              <a:buFontTx/>
              <a:buNone/>
              <a:tabLst/>
              <a:defRPr kumimoji="0" sz="1200" b="0" i="0" u="none" strike="noStrike" cap="none" spc="0" normalizeH="0" baseline="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IE" sz="1000" b="1">
                <a:latin typeface="Calibri"/>
              </a:rPr>
              <a:t>AWS S3 </a:t>
            </a:r>
          </a:p>
        </p:txBody>
      </p:sp>
      <p:sp>
        <p:nvSpPr>
          <p:cNvPr id="69" name="Rectangle 68">
            <a:extLst>
              <a:ext uri="{FF2B5EF4-FFF2-40B4-BE49-F238E27FC236}">
                <a16:creationId xmlns:a16="http://schemas.microsoft.com/office/drawing/2014/main" id="{1F87267E-B85B-3046-9001-675BEE947EB2}"/>
              </a:ext>
            </a:extLst>
          </p:cNvPr>
          <p:cNvSpPr/>
          <p:nvPr/>
        </p:nvSpPr>
        <p:spPr bwMode="gray">
          <a:xfrm>
            <a:off x="7899642" y="1243011"/>
            <a:ext cx="1454068" cy="449258"/>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kumimoji="0" lang="en-IE" sz="1050" b="1" i="0" u="none" strike="noStrike" kern="0" cap="none" spc="0" normalizeH="0" baseline="0" noProof="0">
                <a:ln>
                  <a:noFill/>
                </a:ln>
                <a:solidFill>
                  <a:prstClr val="white"/>
                </a:solidFill>
                <a:effectLst/>
                <a:uLnTx/>
                <a:uFillTx/>
              </a:rPr>
              <a:t>CSV Files</a:t>
            </a:r>
          </a:p>
        </p:txBody>
      </p:sp>
      <p:sp>
        <p:nvSpPr>
          <p:cNvPr id="71" name="Rectangle 70">
            <a:extLst>
              <a:ext uri="{FF2B5EF4-FFF2-40B4-BE49-F238E27FC236}">
                <a16:creationId xmlns:a16="http://schemas.microsoft.com/office/drawing/2014/main" id="{F4C51EAF-6B4C-E847-8369-54BFA92B3F2F}"/>
              </a:ext>
            </a:extLst>
          </p:cNvPr>
          <p:cNvSpPr/>
          <p:nvPr/>
        </p:nvSpPr>
        <p:spPr bwMode="gray">
          <a:xfrm>
            <a:off x="7766777" y="4322673"/>
            <a:ext cx="1619651" cy="422024"/>
          </a:xfrm>
          <a:prstGeom prst="rect">
            <a:avLst/>
          </a:prstGeom>
          <a:solidFill>
            <a:srgbClr val="0D8390">
              <a:lumMod val="50000"/>
            </a:srgbClr>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72" name="TextBox 71">
            <a:extLst>
              <a:ext uri="{FF2B5EF4-FFF2-40B4-BE49-F238E27FC236}">
                <a16:creationId xmlns:a16="http://schemas.microsoft.com/office/drawing/2014/main" id="{52F60A53-270F-FB43-807F-3D1CC0507D41}"/>
              </a:ext>
            </a:extLst>
          </p:cNvPr>
          <p:cNvSpPr txBox="1"/>
          <p:nvPr/>
        </p:nvSpPr>
        <p:spPr>
          <a:xfrm>
            <a:off x="7898518" y="4495698"/>
            <a:ext cx="1390174" cy="153888"/>
          </a:xfrm>
          <a:prstGeom prst="rect">
            <a:avLst/>
          </a:prstGeom>
          <a:noFill/>
        </p:spPr>
        <p:txBody>
          <a:bodyPr wrap="square" lIns="0" tIns="0" rIns="0" bIns="0" rtlCol="0">
            <a:spAutoFit/>
          </a:bodyPr>
          <a:lstStyle/>
          <a:p>
            <a:pPr defTabSz="787481">
              <a:buSzPct val="100000"/>
              <a:defRPr/>
            </a:pPr>
            <a:r>
              <a:rPr lang="en-IE" sz="1000" b="1" err="1">
                <a:solidFill>
                  <a:prstClr val="white"/>
                </a:solidFill>
                <a:latin typeface="Calibri"/>
                <a:ea typeface="Open Sans Semibold" panose="020B0706030804020204" pitchFamily="34" charset="0"/>
                <a:cs typeface="Open Sans Semibold" panose="020B0706030804020204" pitchFamily="34" charset="0"/>
              </a:rPr>
              <a:t>Cloudwatch</a:t>
            </a:r>
            <a:r>
              <a:rPr lang="en-IE" sz="1000" b="1">
                <a:solidFill>
                  <a:prstClr val="white"/>
                </a:solidFill>
                <a:latin typeface="Calibri"/>
                <a:ea typeface="Open Sans Semibold" panose="020B0706030804020204" pitchFamily="34" charset="0"/>
                <a:cs typeface="Open Sans Semibold" panose="020B0706030804020204" pitchFamily="34" charset="0"/>
              </a:rPr>
              <a:t> and Lambda </a:t>
            </a:r>
          </a:p>
        </p:txBody>
      </p:sp>
      <p:sp>
        <p:nvSpPr>
          <p:cNvPr id="73" name="TextBox 72">
            <a:extLst>
              <a:ext uri="{FF2B5EF4-FFF2-40B4-BE49-F238E27FC236}">
                <a16:creationId xmlns:a16="http://schemas.microsoft.com/office/drawing/2014/main" id="{DA290F56-4FFD-1C48-92A0-49CAC1AF6596}"/>
              </a:ext>
            </a:extLst>
          </p:cNvPr>
          <p:cNvSpPr txBox="1"/>
          <p:nvPr/>
        </p:nvSpPr>
        <p:spPr>
          <a:xfrm>
            <a:off x="7895937" y="1739282"/>
            <a:ext cx="1445460" cy="247554"/>
          </a:xfrm>
          <a:prstGeom prst="rect">
            <a:avLst/>
          </a:prstGeom>
          <a:solidFill>
            <a:sysClr val="windowText" lastClr="000000"/>
          </a:solidFill>
          <a:ln>
            <a:solidFill>
              <a:srgbClr val="86BC25"/>
            </a:solidFill>
          </a:ln>
        </p:spPr>
        <p:txBody>
          <a:bodyPr wrap="square" lIns="72000" tIns="36000" rIns="72000" bIns="72000" rtlCol="0">
            <a:spAutoFit/>
          </a:bodyPr>
          <a:lstStyle/>
          <a:p>
            <a:pPr lvl="0"/>
            <a:r>
              <a:rPr lang="en-IE" sz="900" kern="0">
                <a:solidFill>
                  <a:prstClr val="white"/>
                </a:solidFill>
              </a:rPr>
              <a:t>Hr_hiring_analytics.csv</a:t>
            </a:r>
          </a:p>
        </p:txBody>
      </p:sp>
      <p:sp>
        <p:nvSpPr>
          <p:cNvPr id="78" name="Rectangle 77">
            <a:extLst>
              <a:ext uri="{FF2B5EF4-FFF2-40B4-BE49-F238E27FC236}">
                <a16:creationId xmlns:a16="http://schemas.microsoft.com/office/drawing/2014/main" id="{03B11919-1248-8642-8175-7CE788E37A92}"/>
              </a:ext>
            </a:extLst>
          </p:cNvPr>
          <p:cNvSpPr/>
          <p:nvPr/>
        </p:nvSpPr>
        <p:spPr bwMode="gray">
          <a:xfrm>
            <a:off x="4548851" y="2487928"/>
            <a:ext cx="2004597" cy="294189"/>
          </a:xfrm>
          <a:prstGeom prst="rect">
            <a:avLst/>
          </a:prstGeom>
          <a:solidFill>
            <a:srgbClr val="26890D"/>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800" b="1" i="0" u="none" strike="noStrike" kern="0" cap="none" spc="0" normalizeH="0" baseline="0" noProof="0">
              <a:ln>
                <a:noFill/>
              </a:ln>
              <a:solidFill>
                <a:prstClr val="white"/>
              </a:solidFill>
              <a:effectLst/>
              <a:uLnTx/>
              <a:uFillTx/>
            </a:endParaRPr>
          </a:p>
        </p:txBody>
      </p:sp>
      <p:sp>
        <p:nvSpPr>
          <p:cNvPr id="79" name="TextBox 78">
            <a:extLst>
              <a:ext uri="{FF2B5EF4-FFF2-40B4-BE49-F238E27FC236}">
                <a16:creationId xmlns:a16="http://schemas.microsoft.com/office/drawing/2014/main" id="{C22707FD-D1E2-2B4A-B4D4-D125FD9A07BC}"/>
              </a:ext>
            </a:extLst>
          </p:cNvPr>
          <p:cNvSpPr txBox="1"/>
          <p:nvPr/>
        </p:nvSpPr>
        <p:spPr>
          <a:xfrm>
            <a:off x="4833849" y="2535815"/>
            <a:ext cx="1449437" cy="1538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Pct val="100000"/>
              <a:buFontTx/>
              <a:buNone/>
              <a:tabLst/>
              <a:defRPr kumimoji="0" sz="1200" b="0" i="0" u="none" strike="noStrike" cap="none" spc="0" normalizeH="0" baseline="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algn="ctr"/>
            <a:r>
              <a:rPr lang="en-IE" sz="1000" b="1">
                <a:latin typeface="Calibri"/>
              </a:rPr>
              <a:t>Redshift </a:t>
            </a:r>
          </a:p>
        </p:txBody>
      </p:sp>
      <p:grpSp>
        <p:nvGrpSpPr>
          <p:cNvPr id="81" name="Group 80">
            <a:extLst>
              <a:ext uri="{FF2B5EF4-FFF2-40B4-BE49-F238E27FC236}">
                <a16:creationId xmlns:a16="http://schemas.microsoft.com/office/drawing/2014/main" id="{F81C854E-00D7-B147-A4AA-E162F57BFD6F}"/>
              </a:ext>
            </a:extLst>
          </p:cNvPr>
          <p:cNvGrpSpPr/>
          <p:nvPr/>
        </p:nvGrpSpPr>
        <p:grpSpPr>
          <a:xfrm>
            <a:off x="7262654" y="1256407"/>
            <a:ext cx="514880" cy="514880"/>
            <a:chOff x="7643362" y="2623352"/>
            <a:chExt cx="315200" cy="315200"/>
          </a:xfrm>
        </p:grpSpPr>
        <p:sp>
          <p:nvSpPr>
            <p:cNvPr id="82" name="Oval 81">
              <a:extLst>
                <a:ext uri="{FF2B5EF4-FFF2-40B4-BE49-F238E27FC236}">
                  <a16:creationId xmlns:a16="http://schemas.microsoft.com/office/drawing/2014/main" id="{07821980-D9EC-F148-A464-5A3B05CA33FC}"/>
                </a:ext>
              </a:extLst>
            </p:cNvPr>
            <p:cNvSpPr/>
            <p:nvPr/>
          </p:nvSpPr>
          <p:spPr bwMode="gray">
            <a:xfrm>
              <a:off x="7643362" y="2623352"/>
              <a:ext cx="315200" cy="315200"/>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83" name="Oval 82">
              <a:extLst>
                <a:ext uri="{FF2B5EF4-FFF2-40B4-BE49-F238E27FC236}">
                  <a16:creationId xmlns:a16="http://schemas.microsoft.com/office/drawing/2014/main" id="{2E5B4BB5-8126-BC44-9110-C9ECFC2AD0E8}"/>
                </a:ext>
              </a:extLst>
            </p:cNvPr>
            <p:cNvSpPr/>
            <p:nvPr/>
          </p:nvSpPr>
          <p:spPr bwMode="gray">
            <a:xfrm>
              <a:off x="7671785"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kumimoji="0" lang="en-IE" sz="1100" b="0" i="0" u="none" strike="noStrike" kern="0" cap="none" spc="0" normalizeH="0" baseline="0" noProof="0">
                  <a:ln>
                    <a:noFill/>
                  </a:ln>
                  <a:solidFill>
                    <a:prstClr val="white"/>
                  </a:solidFill>
                  <a:effectLst/>
                  <a:uLnTx/>
                  <a:uFillTx/>
                  <a:latin typeface="Calibri"/>
                </a:rPr>
                <a:t>1</a:t>
              </a:r>
            </a:p>
          </p:txBody>
        </p:sp>
      </p:grpSp>
      <p:grpSp>
        <p:nvGrpSpPr>
          <p:cNvPr id="86" name="Group 85">
            <a:extLst>
              <a:ext uri="{FF2B5EF4-FFF2-40B4-BE49-F238E27FC236}">
                <a16:creationId xmlns:a16="http://schemas.microsoft.com/office/drawing/2014/main" id="{059ED205-856E-F942-BB37-C603C95DC0F0}"/>
              </a:ext>
            </a:extLst>
          </p:cNvPr>
          <p:cNvGrpSpPr/>
          <p:nvPr/>
        </p:nvGrpSpPr>
        <p:grpSpPr>
          <a:xfrm>
            <a:off x="9864788" y="2185948"/>
            <a:ext cx="514880" cy="514880"/>
            <a:chOff x="7643362" y="2623352"/>
            <a:chExt cx="315200" cy="315200"/>
          </a:xfrm>
        </p:grpSpPr>
        <p:sp>
          <p:nvSpPr>
            <p:cNvPr id="87" name="Oval 86">
              <a:extLst>
                <a:ext uri="{FF2B5EF4-FFF2-40B4-BE49-F238E27FC236}">
                  <a16:creationId xmlns:a16="http://schemas.microsoft.com/office/drawing/2014/main" id="{7CB25C08-D815-A246-A03A-15267BE5679A}"/>
                </a:ext>
              </a:extLst>
            </p:cNvPr>
            <p:cNvSpPr/>
            <p:nvPr/>
          </p:nvSpPr>
          <p:spPr bwMode="gray">
            <a:xfrm>
              <a:off x="7643362" y="2623352"/>
              <a:ext cx="315200" cy="315200"/>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88" name="Oval 87">
              <a:extLst>
                <a:ext uri="{FF2B5EF4-FFF2-40B4-BE49-F238E27FC236}">
                  <a16:creationId xmlns:a16="http://schemas.microsoft.com/office/drawing/2014/main" id="{54CBFE05-1682-2B4D-ABD1-A86973D1241F}"/>
                </a:ext>
              </a:extLst>
            </p:cNvPr>
            <p:cNvSpPr/>
            <p:nvPr/>
          </p:nvSpPr>
          <p:spPr bwMode="gray">
            <a:xfrm>
              <a:off x="7671785"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kumimoji="0" lang="en-IE" sz="1100" b="0" i="0" u="none" strike="noStrike" kern="0" cap="none" spc="0" normalizeH="0" baseline="0" noProof="0">
                  <a:ln>
                    <a:noFill/>
                  </a:ln>
                  <a:solidFill>
                    <a:prstClr val="white"/>
                  </a:solidFill>
                  <a:effectLst/>
                  <a:uLnTx/>
                  <a:uFillTx/>
                  <a:latin typeface="Calibri"/>
                </a:rPr>
                <a:t>2</a:t>
              </a:r>
            </a:p>
          </p:txBody>
        </p:sp>
      </p:grpSp>
      <p:grpSp>
        <p:nvGrpSpPr>
          <p:cNvPr id="91" name="Group 90">
            <a:extLst>
              <a:ext uri="{FF2B5EF4-FFF2-40B4-BE49-F238E27FC236}">
                <a16:creationId xmlns:a16="http://schemas.microsoft.com/office/drawing/2014/main" id="{3CC8C197-BB7D-D140-A6D3-8425A215F37C}"/>
              </a:ext>
            </a:extLst>
          </p:cNvPr>
          <p:cNvGrpSpPr/>
          <p:nvPr/>
        </p:nvGrpSpPr>
        <p:grpSpPr>
          <a:xfrm>
            <a:off x="6406520" y="2301058"/>
            <a:ext cx="514880" cy="514880"/>
            <a:chOff x="7643362" y="2623352"/>
            <a:chExt cx="315200" cy="315200"/>
          </a:xfrm>
        </p:grpSpPr>
        <p:sp>
          <p:nvSpPr>
            <p:cNvPr id="92" name="Oval 91">
              <a:extLst>
                <a:ext uri="{FF2B5EF4-FFF2-40B4-BE49-F238E27FC236}">
                  <a16:creationId xmlns:a16="http://schemas.microsoft.com/office/drawing/2014/main" id="{CD474CC9-BBDF-6C47-9BFA-DA98F4F693A7}"/>
                </a:ext>
              </a:extLst>
            </p:cNvPr>
            <p:cNvSpPr/>
            <p:nvPr/>
          </p:nvSpPr>
          <p:spPr bwMode="gray">
            <a:xfrm>
              <a:off x="7643362" y="2623352"/>
              <a:ext cx="315200" cy="315200"/>
            </a:xfrm>
            <a:prstGeom prst="ellipse">
              <a:avLst/>
            </a:prstGeom>
            <a:solidFill>
              <a:srgbClr val="26890D"/>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93" name="Oval 92">
              <a:extLst>
                <a:ext uri="{FF2B5EF4-FFF2-40B4-BE49-F238E27FC236}">
                  <a16:creationId xmlns:a16="http://schemas.microsoft.com/office/drawing/2014/main" id="{C755183F-AEB0-294D-964E-759C113FCE51}"/>
                </a:ext>
              </a:extLst>
            </p:cNvPr>
            <p:cNvSpPr/>
            <p:nvPr/>
          </p:nvSpPr>
          <p:spPr bwMode="gray">
            <a:xfrm>
              <a:off x="7671785"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kumimoji="0" lang="en-IE" sz="1100" b="0" i="0" u="none" strike="noStrike" kern="0" cap="none" spc="0" normalizeH="0" baseline="0" noProof="0">
                  <a:ln>
                    <a:noFill/>
                  </a:ln>
                  <a:solidFill>
                    <a:prstClr val="white"/>
                  </a:solidFill>
                  <a:effectLst/>
                  <a:uLnTx/>
                  <a:uFillTx/>
                  <a:latin typeface="Calibri"/>
                </a:rPr>
                <a:t>3</a:t>
              </a:r>
            </a:p>
          </p:txBody>
        </p:sp>
      </p:grpSp>
      <p:grpSp>
        <p:nvGrpSpPr>
          <p:cNvPr id="96" name="Group 95">
            <a:extLst>
              <a:ext uri="{FF2B5EF4-FFF2-40B4-BE49-F238E27FC236}">
                <a16:creationId xmlns:a16="http://schemas.microsoft.com/office/drawing/2014/main" id="{CE939CDC-E485-F346-94DA-11CF6B2953A8}"/>
              </a:ext>
            </a:extLst>
          </p:cNvPr>
          <p:cNvGrpSpPr/>
          <p:nvPr/>
        </p:nvGrpSpPr>
        <p:grpSpPr>
          <a:xfrm>
            <a:off x="2007710" y="2597370"/>
            <a:ext cx="514880" cy="514880"/>
            <a:chOff x="7643361" y="2623352"/>
            <a:chExt cx="315200" cy="315200"/>
          </a:xfrm>
        </p:grpSpPr>
        <p:sp>
          <p:nvSpPr>
            <p:cNvPr id="97" name="Oval 96">
              <a:extLst>
                <a:ext uri="{FF2B5EF4-FFF2-40B4-BE49-F238E27FC236}">
                  <a16:creationId xmlns:a16="http://schemas.microsoft.com/office/drawing/2014/main" id="{B213B92F-707B-C74C-8E7A-CC825EB5630A}"/>
                </a:ext>
              </a:extLst>
            </p:cNvPr>
            <p:cNvSpPr/>
            <p:nvPr/>
          </p:nvSpPr>
          <p:spPr bwMode="gray">
            <a:xfrm>
              <a:off x="7643361" y="2623352"/>
              <a:ext cx="315200" cy="315200"/>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98" name="Oval 97">
              <a:extLst>
                <a:ext uri="{FF2B5EF4-FFF2-40B4-BE49-F238E27FC236}">
                  <a16:creationId xmlns:a16="http://schemas.microsoft.com/office/drawing/2014/main" id="{27F097C7-5FC4-E047-A1BF-4EE494C59A1F}"/>
                </a:ext>
              </a:extLst>
            </p:cNvPr>
            <p:cNvSpPr/>
            <p:nvPr/>
          </p:nvSpPr>
          <p:spPr bwMode="gray">
            <a:xfrm>
              <a:off x="7671789"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kumimoji="0" lang="en-IE" sz="1100" b="0" i="0" u="none" strike="noStrike" kern="0" cap="none" spc="0" normalizeH="0" baseline="0" noProof="0">
                  <a:ln>
                    <a:noFill/>
                  </a:ln>
                  <a:solidFill>
                    <a:prstClr val="white"/>
                  </a:solidFill>
                  <a:effectLst/>
                  <a:uLnTx/>
                  <a:uFillTx/>
                  <a:latin typeface="Calibri"/>
                </a:rPr>
                <a:t>4</a:t>
              </a:r>
            </a:p>
          </p:txBody>
        </p:sp>
      </p:grpSp>
      <p:grpSp>
        <p:nvGrpSpPr>
          <p:cNvPr id="101" name="Group 100">
            <a:extLst>
              <a:ext uri="{FF2B5EF4-FFF2-40B4-BE49-F238E27FC236}">
                <a16:creationId xmlns:a16="http://schemas.microsoft.com/office/drawing/2014/main" id="{80666095-A62F-E549-87AC-A5CAD49BDC44}"/>
              </a:ext>
            </a:extLst>
          </p:cNvPr>
          <p:cNvGrpSpPr/>
          <p:nvPr/>
        </p:nvGrpSpPr>
        <p:grpSpPr>
          <a:xfrm>
            <a:off x="3596893" y="4281528"/>
            <a:ext cx="514880" cy="514880"/>
            <a:chOff x="7643361" y="2623352"/>
            <a:chExt cx="315200" cy="315200"/>
          </a:xfrm>
        </p:grpSpPr>
        <p:sp>
          <p:nvSpPr>
            <p:cNvPr id="102" name="Oval 101">
              <a:extLst>
                <a:ext uri="{FF2B5EF4-FFF2-40B4-BE49-F238E27FC236}">
                  <a16:creationId xmlns:a16="http://schemas.microsoft.com/office/drawing/2014/main" id="{A1E48C80-8C3C-404F-86D3-73DBBA017C7F}"/>
                </a:ext>
              </a:extLst>
            </p:cNvPr>
            <p:cNvSpPr/>
            <p:nvPr/>
          </p:nvSpPr>
          <p:spPr bwMode="gray">
            <a:xfrm>
              <a:off x="7643361" y="2623352"/>
              <a:ext cx="315200" cy="315200"/>
            </a:xfrm>
            <a:prstGeom prst="ellipse">
              <a:avLst/>
            </a:prstGeom>
            <a:solidFill>
              <a:srgbClr val="00768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103" name="Oval 102">
              <a:extLst>
                <a:ext uri="{FF2B5EF4-FFF2-40B4-BE49-F238E27FC236}">
                  <a16:creationId xmlns:a16="http://schemas.microsoft.com/office/drawing/2014/main" id="{9E8CA2CC-D907-E049-88BF-033123C4AC97}"/>
                </a:ext>
              </a:extLst>
            </p:cNvPr>
            <p:cNvSpPr/>
            <p:nvPr/>
          </p:nvSpPr>
          <p:spPr bwMode="gray">
            <a:xfrm>
              <a:off x="7671789"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lang="en-IE" sz="1100" kern="0">
                  <a:solidFill>
                    <a:prstClr val="white"/>
                  </a:solidFill>
                  <a:latin typeface="Calibri"/>
                </a:rPr>
                <a:t>5</a:t>
              </a:r>
              <a:endParaRPr kumimoji="0" lang="en-IE" sz="1100" b="0" i="0" u="none" strike="noStrike" kern="0" cap="none" spc="0" normalizeH="0" baseline="0" noProof="0">
                <a:ln>
                  <a:noFill/>
                </a:ln>
                <a:solidFill>
                  <a:prstClr val="white"/>
                </a:solidFill>
                <a:effectLst/>
                <a:uLnTx/>
                <a:uFillTx/>
                <a:latin typeface="Calibri"/>
              </a:endParaRPr>
            </a:p>
          </p:txBody>
        </p:sp>
      </p:grpSp>
      <p:grpSp>
        <p:nvGrpSpPr>
          <p:cNvPr id="106" name="Group 105">
            <a:extLst>
              <a:ext uri="{FF2B5EF4-FFF2-40B4-BE49-F238E27FC236}">
                <a16:creationId xmlns:a16="http://schemas.microsoft.com/office/drawing/2014/main" id="{ED327F4A-9600-6E45-A9B3-DA3CC0CF2F21}"/>
              </a:ext>
            </a:extLst>
          </p:cNvPr>
          <p:cNvGrpSpPr/>
          <p:nvPr/>
        </p:nvGrpSpPr>
        <p:grpSpPr>
          <a:xfrm>
            <a:off x="7345960" y="4297690"/>
            <a:ext cx="514880" cy="514880"/>
            <a:chOff x="7643364" y="2623352"/>
            <a:chExt cx="315200" cy="315200"/>
          </a:xfrm>
        </p:grpSpPr>
        <p:sp>
          <p:nvSpPr>
            <p:cNvPr id="107" name="Oval 106">
              <a:extLst>
                <a:ext uri="{FF2B5EF4-FFF2-40B4-BE49-F238E27FC236}">
                  <a16:creationId xmlns:a16="http://schemas.microsoft.com/office/drawing/2014/main" id="{E03F1DF5-5C71-4741-AF4D-C72C247855B3}"/>
                </a:ext>
              </a:extLst>
            </p:cNvPr>
            <p:cNvSpPr/>
            <p:nvPr/>
          </p:nvSpPr>
          <p:spPr bwMode="gray">
            <a:xfrm>
              <a:off x="7643364" y="2623352"/>
              <a:ext cx="315200" cy="315200"/>
            </a:xfrm>
            <a:prstGeom prst="ellipse">
              <a:avLst/>
            </a:prstGeom>
            <a:solidFill>
              <a:srgbClr val="004F59"/>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a:ln>
                  <a:noFill/>
                </a:ln>
                <a:solidFill>
                  <a:prstClr val="white"/>
                </a:solidFill>
                <a:effectLst/>
                <a:uLnTx/>
                <a:uFillTx/>
                <a:latin typeface="Calibri"/>
              </a:endParaRPr>
            </a:p>
          </p:txBody>
        </p:sp>
        <p:sp>
          <p:nvSpPr>
            <p:cNvPr id="108" name="Oval 107">
              <a:extLst>
                <a:ext uri="{FF2B5EF4-FFF2-40B4-BE49-F238E27FC236}">
                  <a16:creationId xmlns:a16="http://schemas.microsoft.com/office/drawing/2014/main" id="{FB40B84A-59CE-1F4D-BFD0-9DA99C81282B}"/>
                </a:ext>
              </a:extLst>
            </p:cNvPr>
            <p:cNvSpPr/>
            <p:nvPr/>
          </p:nvSpPr>
          <p:spPr bwMode="gray">
            <a:xfrm>
              <a:off x="7671789" y="2649956"/>
              <a:ext cx="258355" cy="258355"/>
            </a:xfrm>
            <a:prstGeom prst="ellipse">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787481" eaLnBrk="1" fontAlgn="auto" latinLnBrk="0" hangingPunct="1">
                <a:lnSpc>
                  <a:spcPct val="106000"/>
                </a:lnSpc>
                <a:spcBef>
                  <a:spcPts val="0"/>
                </a:spcBef>
                <a:spcAft>
                  <a:spcPts val="0"/>
                </a:spcAft>
                <a:buClrTx/>
                <a:buSzTx/>
                <a:buFont typeface="Wingdings 2" pitchFamily="18" charset="2"/>
                <a:buNone/>
                <a:tabLst/>
                <a:defRPr/>
              </a:pPr>
              <a:r>
                <a:rPr lang="en-IE" sz="1100" kern="0">
                  <a:solidFill>
                    <a:prstClr val="white"/>
                  </a:solidFill>
                  <a:latin typeface="Calibri"/>
                </a:rPr>
                <a:t>6</a:t>
              </a:r>
              <a:endParaRPr kumimoji="0" lang="en-IE" sz="1100" b="0" i="0" u="none" strike="noStrike" kern="0" cap="none" spc="0" normalizeH="0" baseline="0" noProof="0">
                <a:ln>
                  <a:noFill/>
                </a:ln>
                <a:solidFill>
                  <a:prstClr val="white"/>
                </a:solidFill>
                <a:effectLst/>
                <a:uLnTx/>
                <a:uFillTx/>
                <a:latin typeface="Calibri"/>
              </a:endParaRPr>
            </a:p>
          </p:txBody>
        </p:sp>
      </p:grpSp>
      <p:pic>
        <p:nvPicPr>
          <p:cNvPr id="7" name="Picture 6">
            <a:extLst>
              <a:ext uri="{FF2B5EF4-FFF2-40B4-BE49-F238E27FC236}">
                <a16:creationId xmlns:a16="http://schemas.microsoft.com/office/drawing/2014/main" id="{36104079-73D0-4AF1-4C59-381417C66D9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31566" y="2798938"/>
            <a:ext cx="3307103" cy="1516693"/>
          </a:xfrm>
          <a:prstGeom prst="rect">
            <a:avLst/>
          </a:prstGeom>
        </p:spPr>
      </p:pic>
      <p:pic>
        <p:nvPicPr>
          <p:cNvPr id="9" name="Picture 8">
            <a:extLst>
              <a:ext uri="{FF2B5EF4-FFF2-40B4-BE49-F238E27FC236}">
                <a16:creationId xmlns:a16="http://schemas.microsoft.com/office/drawing/2014/main" id="{926FC2E4-7EE8-CC40-1D5D-81277849B48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5342" y="3592144"/>
            <a:ext cx="2865018" cy="1605308"/>
          </a:xfrm>
          <a:prstGeom prst="rect">
            <a:avLst/>
          </a:prstGeom>
        </p:spPr>
      </p:pic>
      <p:pic>
        <p:nvPicPr>
          <p:cNvPr id="10" name="Picture 9">
            <a:extLst>
              <a:ext uri="{FF2B5EF4-FFF2-40B4-BE49-F238E27FC236}">
                <a16:creationId xmlns:a16="http://schemas.microsoft.com/office/drawing/2014/main" id="{C82F75F5-6E64-C0DB-97C1-14FFB6A4E5F8}"/>
              </a:ext>
            </a:extLst>
          </p:cNvPr>
          <p:cNvPicPr>
            <a:picLocks noChangeAspect="1"/>
          </p:cNvPicPr>
          <p:nvPr/>
        </p:nvPicPr>
        <p:blipFill>
          <a:blip r:embed="rId4"/>
          <a:stretch>
            <a:fillRect/>
          </a:stretch>
        </p:blipFill>
        <p:spPr>
          <a:xfrm>
            <a:off x="3726068" y="4774705"/>
            <a:ext cx="3278070" cy="1817648"/>
          </a:xfrm>
          <a:prstGeom prst="rect">
            <a:avLst/>
          </a:prstGeom>
        </p:spPr>
      </p:pic>
      <p:sp>
        <p:nvSpPr>
          <p:cNvPr id="12" name="TextBox 11">
            <a:extLst>
              <a:ext uri="{FF2B5EF4-FFF2-40B4-BE49-F238E27FC236}">
                <a16:creationId xmlns:a16="http://schemas.microsoft.com/office/drawing/2014/main" id="{40665AB4-730B-E217-3FC2-6F1C737BFD54}"/>
              </a:ext>
            </a:extLst>
          </p:cNvPr>
          <p:cNvSpPr txBox="1"/>
          <p:nvPr/>
        </p:nvSpPr>
        <p:spPr>
          <a:xfrm>
            <a:off x="373337" y="296812"/>
            <a:ext cx="9719747"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4000" b="1">
                <a:solidFill>
                  <a:srgbClr val="86BC25"/>
                </a:solidFill>
                <a:ea typeface="Calibri"/>
                <a:cs typeface="Calibri"/>
              </a:rPr>
              <a:t>AWS Flow </a:t>
            </a:r>
          </a:p>
        </p:txBody>
      </p:sp>
      <p:pic>
        <p:nvPicPr>
          <p:cNvPr id="13" name="Picture 12">
            <a:extLst>
              <a:ext uri="{FF2B5EF4-FFF2-40B4-BE49-F238E27FC236}">
                <a16:creationId xmlns:a16="http://schemas.microsoft.com/office/drawing/2014/main" id="{39DD22E3-CA34-B7EE-F72C-6057763C7F9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89846" y="4958507"/>
            <a:ext cx="2300692" cy="1193574"/>
          </a:xfrm>
          <a:prstGeom prst="rect">
            <a:avLst/>
          </a:prstGeom>
        </p:spPr>
      </p:pic>
      <p:pic>
        <p:nvPicPr>
          <p:cNvPr id="14" name="Picture 13">
            <a:extLst>
              <a:ext uri="{FF2B5EF4-FFF2-40B4-BE49-F238E27FC236}">
                <a16:creationId xmlns:a16="http://schemas.microsoft.com/office/drawing/2014/main" id="{ADC6D332-01F1-56D4-538F-CA0E2C4F7452}"/>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145666" y="2721523"/>
            <a:ext cx="3029546" cy="1592495"/>
          </a:xfrm>
          <a:prstGeom prst="rect">
            <a:avLst/>
          </a:prstGeom>
        </p:spPr>
      </p:pic>
      <p:pic>
        <p:nvPicPr>
          <p:cNvPr id="15" name="Picture 14">
            <a:extLst>
              <a:ext uri="{FF2B5EF4-FFF2-40B4-BE49-F238E27FC236}">
                <a16:creationId xmlns:a16="http://schemas.microsoft.com/office/drawing/2014/main" id="{E2A51083-8E4A-EC92-C541-1E024BEBEBAB}"/>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690538" y="4877224"/>
            <a:ext cx="2473003" cy="1299945"/>
          </a:xfrm>
          <a:prstGeom prst="rect">
            <a:avLst/>
          </a:prstGeom>
        </p:spPr>
      </p:pic>
      <p:sp>
        <p:nvSpPr>
          <p:cNvPr id="17" name="TextBox 16">
            <a:extLst>
              <a:ext uri="{FF2B5EF4-FFF2-40B4-BE49-F238E27FC236}">
                <a16:creationId xmlns:a16="http://schemas.microsoft.com/office/drawing/2014/main" id="{0F9D3C03-FFFB-853F-540E-245B8AC0D9D8}"/>
              </a:ext>
            </a:extLst>
          </p:cNvPr>
          <p:cNvSpPr txBox="1"/>
          <p:nvPr/>
        </p:nvSpPr>
        <p:spPr>
          <a:xfrm>
            <a:off x="373337" y="844884"/>
            <a:ext cx="6338594" cy="615553"/>
          </a:xfrm>
          <a:prstGeom prst="rect">
            <a:avLst/>
          </a:prstGeom>
          <a:noFill/>
        </p:spPr>
        <p:txBody>
          <a:bodyPr wrap="square" lIns="0" tIns="0" rIns="0" bIns="0" rtlCol="0">
            <a:spAutoFit/>
          </a:bodyPr>
          <a:lstStyle/>
          <a:p>
            <a:pPr>
              <a:spcBef>
                <a:spcPts val="600"/>
              </a:spcBef>
              <a:buSzPct val="100000"/>
            </a:pPr>
            <a:r>
              <a:rPr lang="en-US" sz="2000"/>
              <a:t>This part includes us performing all the AWS Scenarios </a:t>
            </a:r>
            <a:r>
              <a:rPr lang="en-US" sz="2000" err="1"/>
              <a:t>upto</a:t>
            </a:r>
            <a:r>
              <a:rPr lang="en-US" sz="2000"/>
              <a:t> </a:t>
            </a:r>
            <a:r>
              <a:rPr lang="en-US" sz="2000" err="1"/>
              <a:t>Cloudwatch</a:t>
            </a:r>
            <a:r>
              <a:rPr lang="en-US" sz="2000"/>
              <a:t> and Lambda</a:t>
            </a:r>
          </a:p>
        </p:txBody>
      </p:sp>
    </p:spTree>
    <p:extLst>
      <p:ext uri="{BB962C8B-B14F-4D97-AF65-F5344CB8AC3E}">
        <p14:creationId xmlns:p14="http://schemas.microsoft.com/office/powerpoint/2010/main" val="11948210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46787" y="247968"/>
            <a:ext cx="10955781" cy="675576"/>
          </a:xfrm>
        </p:spPr>
        <p:txBody>
          <a:bodyPr vert="horz" lIns="0" tIns="0" rIns="0" bIns="0" rtlCol="0" anchor="t">
            <a:noAutofit/>
          </a:bodyPr>
          <a:lstStyle/>
          <a:p>
            <a:r>
              <a:rPr lang="en-US" sz="4000" b="1">
                <a:solidFill>
                  <a:srgbClr val="86BC25"/>
                </a:solidFill>
                <a:latin typeface="Times New Roman"/>
                <a:cs typeface="Times New Roman"/>
              </a:rPr>
              <a:t>Machine Learning Model Building </a:t>
            </a:r>
            <a:endParaRPr lang="en-US" sz="4000" b="1">
              <a:solidFill>
                <a:srgbClr val="86BC25"/>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4AD3F1B-18A3-B34D-E613-049201E973D9}"/>
              </a:ext>
            </a:extLst>
          </p:cNvPr>
          <p:cNvSpPr txBox="1"/>
          <p:nvPr/>
        </p:nvSpPr>
        <p:spPr>
          <a:xfrm>
            <a:off x="446787" y="1060704"/>
            <a:ext cx="11476989" cy="5339923"/>
          </a:xfrm>
          <a:prstGeom prst="rect">
            <a:avLst/>
          </a:prstGeom>
          <a:noFill/>
        </p:spPr>
        <p:txBody>
          <a:bodyPr wrap="square" lIns="0" tIns="0" rIns="0" bIns="0" rtlCol="0" anchor="t">
            <a:spAutoFit/>
          </a:bodyPr>
          <a:lstStyle/>
          <a:p>
            <a:pPr marL="285750" indent="-285750">
              <a:buFont typeface="Wingdings" panose="05000000000000000000" pitchFamily="2" charset="2"/>
              <a:buChar char="Ø"/>
            </a:pPr>
            <a:r>
              <a:rPr lang="en-US" sz="2400" b="1">
                <a:solidFill>
                  <a:schemeClr val="bg2"/>
                </a:solidFill>
                <a:latin typeface="Times New Roman" panose="02020603050405020304" pitchFamily="18" charset="0"/>
                <a:cs typeface="Times New Roman" panose="02020603050405020304" pitchFamily="18" charset="0"/>
              </a:rPr>
              <a:t>Train-Test Split</a:t>
            </a:r>
            <a:endParaRPr lang="en-US" sz="2400">
              <a:solidFill>
                <a:schemeClr val="bg2"/>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2"/>
                </a:solidFill>
                <a:latin typeface="Times New Roman"/>
                <a:cs typeface="Times New Roman"/>
              </a:rPr>
              <a:t>Split: </a:t>
            </a:r>
            <a:r>
              <a:rPr lang="en-US" sz="2000" b="1">
                <a:solidFill>
                  <a:schemeClr val="bg2"/>
                </a:solidFill>
                <a:latin typeface="Times New Roman"/>
                <a:cs typeface="Times New Roman"/>
              </a:rPr>
              <a:t>80% Train / 20% Test</a:t>
            </a:r>
            <a:r>
              <a:rPr lang="en-US" sz="2000">
                <a:solidFill>
                  <a:schemeClr val="bg2"/>
                </a:solidFill>
                <a:latin typeface="Times New Roman"/>
                <a:cs typeface="Times New Roman"/>
              </a:rPr>
              <a:t> using </a:t>
            </a:r>
            <a:r>
              <a:rPr lang="en-US" sz="2000" err="1">
                <a:solidFill>
                  <a:schemeClr val="bg2"/>
                </a:solidFill>
                <a:latin typeface="Times New Roman"/>
                <a:cs typeface="Times New Roman"/>
              </a:rPr>
              <a:t>train_test_split</a:t>
            </a:r>
            <a:r>
              <a:rPr lang="en-US" sz="2000">
                <a:solidFill>
                  <a:schemeClr val="bg2"/>
                </a:solidFill>
                <a:latin typeface="Times New Roman"/>
                <a:cs typeface="Times New Roman"/>
              </a:rPr>
              <a:t>(stratify=y, </a:t>
            </a:r>
            <a:r>
              <a:rPr lang="en-US" sz="2000" err="1">
                <a:solidFill>
                  <a:schemeClr val="bg2"/>
                </a:solidFill>
                <a:latin typeface="Times New Roman"/>
                <a:cs typeface="Times New Roman"/>
              </a:rPr>
              <a:t>random_state</a:t>
            </a:r>
            <a:r>
              <a:rPr lang="en-US" sz="2000">
                <a:solidFill>
                  <a:schemeClr val="bg2"/>
                </a:solidFill>
                <a:latin typeface="Times New Roman"/>
                <a:cs typeface="Times New Roman"/>
              </a:rPr>
              <a:t>=42) from scikit-learn</a:t>
            </a:r>
            <a:endParaRPr lang="en-US" sz="2000">
              <a:solidFill>
                <a:schemeClr val="bg2"/>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sz="2000">
                <a:solidFill>
                  <a:schemeClr val="bg2"/>
                </a:solidFill>
                <a:latin typeface="Times New Roman"/>
                <a:cs typeface="Times New Roman"/>
              </a:rPr>
              <a:t>stratify=y used to maintain the same class proportion in both training &amp; testing datasets</a:t>
            </a:r>
          </a:p>
          <a:p>
            <a:pPr marL="742950" lvl="1" indent="-285750">
              <a:buFont typeface="Wingdings" panose="05000000000000000000" pitchFamily="2" charset="2"/>
              <a:buChar char="ü"/>
            </a:pPr>
            <a:r>
              <a:rPr lang="en-US" sz="2000" err="1">
                <a:solidFill>
                  <a:schemeClr val="bg2"/>
                </a:solidFill>
                <a:latin typeface="Times New Roman"/>
                <a:cs typeface="Times New Roman"/>
              </a:rPr>
              <a:t>X_train</a:t>
            </a:r>
            <a:r>
              <a:rPr lang="en-US" sz="2000">
                <a:solidFill>
                  <a:schemeClr val="bg2"/>
                </a:solidFill>
                <a:latin typeface="Times New Roman"/>
                <a:cs typeface="Times New Roman"/>
              </a:rPr>
              <a:t>: </a:t>
            </a:r>
            <a:r>
              <a:rPr lang="en-US" sz="2000" b="1">
                <a:solidFill>
                  <a:schemeClr val="bg2"/>
                </a:solidFill>
                <a:latin typeface="Times New Roman"/>
                <a:cs typeface="Times New Roman"/>
              </a:rPr>
              <a:t>(7196 × 43)</a:t>
            </a:r>
            <a:r>
              <a:rPr lang="en-US" sz="2000">
                <a:solidFill>
                  <a:schemeClr val="bg2"/>
                </a:solidFill>
                <a:latin typeface="Times New Roman"/>
                <a:cs typeface="Times New Roman"/>
              </a:rPr>
              <a:t> | </a:t>
            </a:r>
            <a:r>
              <a:rPr lang="en-US" sz="2000" err="1">
                <a:solidFill>
                  <a:schemeClr val="bg2"/>
                </a:solidFill>
                <a:latin typeface="Times New Roman"/>
                <a:cs typeface="Times New Roman"/>
              </a:rPr>
              <a:t>X_test</a:t>
            </a:r>
            <a:r>
              <a:rPr lang="en-US" sz="2000">
                <a:solidFill>
                  <a:schemeClr val="bg2"/>
                </a:solidFill>
                <a:latin typeface="Times New Roman"/>
                <a:cs typeface="Times New Roman"/>
              </a:rPr>
              <a:t>: </a:t>
            </a:r>
            <a:r>
              <a:rPr lang="en-US" sz="2000" b="1">
                <a:solidFill>
                  <a:schemeClr val="bg2"/>
                </a:solidFill>
                <a:latin typeface="Times New Roman"/>
                <a:cs typeface="Times New Roman"/>
              </a:rPr>
              <a:t>(1799 × 43)</a:t>
            </a:r>
            <a:endParaRPr lang="en-US" sz="2000">
              <a:solidFill>
                <a:schemeClr val="bg2"/>
              </a:solidFill>
              <a:latin typeface="Times New Roman"/>
              <a:cs typeface="Times New Roman"/>
            </a:endParaRPr>
          </a:p>
          <a:p>
            <a:pPr marL="742950" lvl="1" indent="-285750">
              <a:buFont typeface="Wingdings" panose="05000000000000000000" pitchFamily="2" charset="2"/>
              <a:buChar char="ü"/>
            </a:pPr>
            <a:r>
              <a:rPr lang="en-US" sz="2000" err="1">
                <a:solidFill>
                  <a:schemeClr val="bg2"/>
                </a:solidFill>
                <a:latin typeface="Times New Roman"/>
                <a:cs typeface="Times New Roman"/>
              </a:rPr>
              <a:t>y_train</a:t>
            </a:r>
            <a:r>
              <a:rPr lang="en-US" sz="2000">
                <a:solidFill>
                  <a:schemeClr val="bg2"/>
                </a:solidFill>
                <a:latin typeface="Times New Roman"/>
                <a:cs typeface="Times New Roman"/>
              </a:rPr>
              <a:t>: {Joined: 5850, Not Joined: 1346} &amp; </a:t>
            </a:r>
            <a:r>
              <a:rPr lang="en-US" sz="2000" err="1">
                <a:solidFill>
                  <a:schemeClr val="bg2"/>
                </a:solidFill>
                <a:latin typeface="Times New Roman"/>
                <a:cs typeface="Times New Roman"/>
              </a:rPr>
              <a:t>y_test</a:t>
            </a:r>
            <a:r>
              <a:rPr lang="en-US" sz="2000">
                <a:solidFill>
                  <a:schemeClr val="bg2"/>
                </a:solidFill>
                <a:latin typeface="Times New Roman"/>
                <a:cs typeface="Times New Roman"/>
              </a:rPr>
              <a:t>: {Joined: 1463, Not Joined: 336}</a:t>
            </a:r>
          </a:p>
          <a:p>
            <a:pPr marL="285750" indent="-285750">
              <a:buFont typeface="Wingdings" panose="05000000000000000000" pitchFamily="2" charset="2"/>
              <a:buChar char="Ø"/>
            </a:pPr>
            <a:r>
              <a:rPr lang="en-US" sz="2400" b="1">
                <a:solidFill>
                  <a:schemeClr val="bg2"/>
                </a:solidFill>
                <a:latin typeface="Times New Roman"/>
                <a:cs typeface="Times New Roman"/>
              </a:rPr>
              <a:t>Model Training via </a:t>
            </a:r>
            <a:r>
              <a:rPr lang="en-US" sz="2400" b="1" err="1">
                <a:solidFill>
                  <a:schemeClr val="bg2"/>
                </a:solidFill>
                <a:latin typeface="Times New Roman"/>
                <a:cs typeface="Times New Roman"/>
              </a:rPr>
              <a:t>sklearn</a:t>
            </a:r>
            <a:r>
              <a:rPr lang="en-US" sz="2400" b="1">
                <a:solidFill>
                  <a:schemeClr val="bg2"/>
                </a:solidFill>
                <a:latin typeface="Times New Roman"/>
                <a:cs typeface="Times New Roman"/>
              </a:rPr>
              <a:t> : </a:t>
            </a:r>
            <a:endParaRPr lang="en-US" sz="2400">
              <a:solidFill>
                <a:schemeClr val="bg2"/>
              </a:solidFill>
              <a:latin typeface="Times New Roman"/>
              <a:cs typeface="Times New Roman"/>
            </a:endParaRPr>
          </a:p>
          <a:p>
            <a:pPr marL="742950" lvl="1" indent="-285750">
              <a:buFont typeface="Wingdings" panose="05000000000000000000" pitchFamily="2" charset="2"/>
              <a:buChar char="ü"/>
            </a:pPr>
            <a:r>
              <a:rPr lang="en-US" sz="2000">
                <a:solidFill>
                  <a:schemeClr val="bg2"/>
                </a:solidFill>
                <a:latin typeface="Times New Roman" panose="02020603050405020304" pitchFamily="18" charset="0"/>
                <a:cs typeface="Times New Roman" panose="02020603050405020304" pitchFamily="18" charset="0"/>
              </a:rPr>
              <a:t>All 6 models trained on </a:t>
            </a:r>
            <a:r>
              <a:rPr lang="en-US" sz="2000" b="1">
                <a:solidFill>
                  <a:schemeClr val="bg2"/>
                </a:solidFill>
                <a:latin typeface="Times New Roman" panose="02020603050405020304" pitchFamily="18" charset="0"/>
                <a:cs typeface="Times New Roman" panose="02020603050405020304" pitchFamily="18" charset="0"/>
              </a:rPr>
              <a:t>SMOTE-balanced train set</a:t>
            </a:r>
            <a:r>
              <a:rPr lang="en-US" sz="2000">
                <a:solidFill>
                  <a:schemeClr val="bg2"/>
                </a:solidFill>
                <a:latin typeface="Times New Roman" panose="02020603050405020304" pitchFamily="18" charset="0"/>
                <a:cs typeface="Times New Roman" panose="02020603050405020304" pitchFamily="18" charset="0"/>
              </a:rPr>
              <a:t>, evaluated on </a:t>
            </a:r>
            <a:r>
              <a:rPr lang="en-US" sz="2000" b="1">
                <a:solidFill>
                  <a:schemeClr val="bg2"/>
                </a:solidFill>
                <a:latin typeface="Times New Roman" panose="02020603050405020304" pitchFamily="18" charset="0"/>
                <a:cs typeface="Times New Roman" panose="02020603050405020304" pitchFamily="18" charset="0"/>
              </a:rPr>
              <a:t>original unbalanced test set.</a:t>
            </a:r>
          </a:p>
          <a:p>
            <a:pPr marL="742950" lvl="1" indent="-285750">
              <a:buFont typeface="Wingdings" panose="05000000000000000000" pitchFamily="2" charset="2"/>
              <a:buChar char="ü"/>
            </a:pPr>
            <a:r>
              <a:rPr lang="en-US" sz="2000">
                <a:solidFill>
                  <a:schemeClr val="bg2"/>
                </a:solidFill>
                <a:latin typeface="Times New Roman" panose="02020603050405020304" pitchFamily="18" charset="0"/>
                <a:cs typeface="Times New Roman" panose="02020603050405020304" pitchFamily="18" charset="0"/>
              </a:rPr>
              <a:t>All Models are trained on AWS SageMaker and their Performance is monitored.</a:t>
            </a:r>
          </a:p>
          <a:p>
            <a:pPr marL="285750" indent="-285750">
              <a:spcBef>
                <a:spcPts val="600"/>
              </a:spcBef>
              <a:buSzPct val="100000"/>
              <a:buFont typeface="Wingdings" panose="05000000000000000000" pitchFamily="2" charset="2"/>
              <a:buChar char="Ø"/>
            </a:pPr>
            <a:r>
              <a:rPr lang="en-US" sz="2400" b="1">
                <a:solidFill>
                  <a:schemeClr val="bg2"/>
                </a:solidFill>
                <a:latin typeface="Times New Roman" panose="02020603050405020304" pitchFamily="18" charset="0"/>
                <a:cs typeface="Times New Roman" panose="02020603050405020304" pitchFamily="18" charset="0"/>
              </a:rPr>
              <a:t>Models we have used : </a:t>
            </a:r>
          </a:p>
          <a:p>
            <a:pPr marL="800100" lvl="1" indent="-342900">
              <a:spcBef>
                <a:spcPts val="600"/>
              </a:spcBef>
              <a:buSzPct val="100000"/>
              <a:buAutoNum type="arabicPeriod"/>
            </a:pPr>
            <a:r>
              <a:rPr lang="en-US" sz="2000" b="1">
                <a:solidFill>
                  <a:schemeClr val="bg2"/>
                </a:solidFill>
                <a:latin typeface="Times New Roman"/>
                <a:cs typeface="Times New Roman"/>
              </a:rPr>
              <a:t>Logistic Regression : </a:t>
            </a:r>
            <a:r>
              <a:rPr lang="en-US" sz="2000">
                <a:solidFill>
                  <a:schemeClr val="bg2"/>
                </a:solidFill>
                <a:ea typeface="+mn-lt"/>
                <a:cs typeface="+mn-lt"/>
              </a:rPr>
              <a:t>Probability of an observation belongs to a particular class</a:t>
            </a:r>
            <a:endParaRPr lang="en-US" sz="2000" b="1">
              <a:solidFill>
                <a:schemeClr val="bg2"/>
              </a:solidFill>
              <a:latin typeface="Times New Roman" panose="02020603050405020304" pitchFamily="18" charset="0"/>
              <a:cs typeface="Times New Roman" panose="02020603050405020304" pitchFamily="18" charset="0"/>
            </a:endParaRPr>
          </a:p>
          <a:p>
            <a:pPr marL="800100" lvl="1" indent="-342900">
              <a:spcBef>
                <a:spcPts val="600"/>
              </a:spcBef>
              <a:buSzPct val="100000"/>
              <a:buAutoNum type="arabicPeriod"/>
            </a:pPr>
            <a:r>
              <a:rPr lang="en-US" sz="2000" b="1">
                <a:solidFill>
                  <a:schemeClr val="bg2"/>
                </a:solidFill>
                <a:latin typeface="Times New Roman"/>
                <a:cs typeface="Times New Roman"/>
              </a:rPr>
              <a:t>Decision Tree : </a:t>
            </a:r>
            <a:r>
              <a:rPr lang="en-US" sz="2000">
                <a:solidFill>
                  <a:schemeClr val="bg2"/>
                </a:solidFill>
                <a:latin typeface="Times New Roman"/>
                <a:cs typeface="Times New Roman"/>
              </a:rPr>
              <a:t>Series of</a:t>
            </a:r>
            <a:r>
              <a:rPr lang="en-US" sz="2000" b="1">
                <a:solidFill>
                  <a:schemeClr val="bg2"/>
                </a:solidFill>
                <a:latin typeface="Times New Roman"/>
                <a:ea typeface="+mn-lt"/>
                <a:cs typeface="Times New Roman"/>
              </a:rPr>
              <a:t>  </a:t>
            </a:r>
            <a:r>
              <a:rPr lang="en-US" sz="2000">
                <a:solidFill>
                  <a:schemeClr val="bg2"/>
                </a:solidFill>
                <a:ea typeface="+mn-lt"/>
                <a:cs typeface="+mn-lt"/>
              </a:rPr>
              <a:t>Rule-based decision making</a:t>
            </a:r>
            <a:endParaRPr lang="en-US" sz="2000" b="1">
              <a:solidFill>
                <a:schemeClr val="bg2"/>
              </a:solidFill>
              <a:latin typeface="Times New Roman" panose="02020603050405020304" pitchFamily="18" charset="0"/>
              <a:cs typeface="Times New Roman" panose="02020603050405020304" pitchFamily="18" charset="0"/>
            </a:endParaRPr>
          </a:p>
          <a:p>
            <a:pPr marL="800100" lvl="1" indent="-342900">
              <a:spcBef>
                <a:spcPts val="600"/>
              </a:spcBef>
              <a:buSzPct val="100000"/>
              <a:buAutoNum type="arabicPeriod"/>
            </a:pPr>
            <a:r>
              <a:rPr lang="en-US" sz="2000" b="1">
                <a:solidFill>
                  <a:schemeClr val="bg2"/>
                </a:solidFill>
                <a:latin typeface="Times New Roman"/>
                <a:cs typeface="Times New Roman"/>
              </a:rPr>
              <a:t>Random Forest : </a:t>
            </a:r>
            <a:r>
              <a:rPr lang="en-US" sz="2000">
                <a:solidFill>
                  <a:schemeClr val="bg2"/>
                </a:solidFill>
                <a:ea typeface="+mn-lt"/>
                <a:cs typeface="+mn-lt"/>
              </a:rPr>
              <a:t>Multiple decision trees</a:t>
            </a:r>
            <a:endParaRPr lang="en-US" sz="2000" b="1">
              <a:solidFill>
                <a:schemeClr val="bg2"/>
              </a:solidFill>
              <a:latin typeface="Times New Roman" panose="02020603050405020304" pitchFamily="18" charset="0"/>
              <a:cs typeface="Times New Roman" panose="02020603050405020304" pitchFamily="18" charset="0"/>
            </a:endParaRPr>
          </a:p>
          <a:p>
            <a:pPr marL="800100" lvl="1" indent="-342900">
              <a:spcBef>
                <a:spcPts val="600"/>
              </a:spcBef>
              <a:buSzPct val="100000"/>
              <a:buAutoNum type="arabicPeriod"/>
            </a:pPr>
            <a:r>
              <a:rPr lang="en-US" sz="2000" b="1">
                <a:solidFill>
                  <a:schemeClr val="bg2"/>
                </a:solidFill>
                <a:latin typeface="Times New Roman"/>
                <a:cs typeface="Times New Roman"/>
              </a:rPr>
              <a:t>Naïve Bayes : </a:t>
            </a:r>
            <a:r>
              <a:rPr lang="en-US" sz="2000">
                <a:solidFill>
                  <a:schemeClr val="bg2"/>
                </a:solidFill>
                <a:ea typeface="+mn-lt"/>
                <a:cs typeface="+mn-lt"/>
              </a:rPr>
              <a:t>Probability-based  classification based on Bayes' theorem</a:t>
            </a:r>
            <a:endParaRPr lang="en-US" sz="2000" b="1">
              <a:solidFill>
                <a:schemeClr val="bg2"/>
              </a:solidFill>
              <a:latin typeface="Times New Roman" panose="02020603050405020304" pitchFamily="18" charset="0"/>
              <a:cs typeface="Times New Roman" panose="02020603050405020304" pitchFamily="18" charset="0"/>
            </a:endParaRPr>
          </a:p>
          <a:p>
            <a:pPr marL="800100" lvl="1" indent="-342900">
              <a:spcBef>
                <a:spcPts val="600"/>
              </a:spcBef>
              <a:buSzPct val="100000"/>
              <a:buAutoNum type="arabicPeriod"/>
            </a:pPr>
            <a:r>
              <a:rPr lang="en-US" sz="2000" b="1">
                <a:solidFill>
                  <a:schemeClr val="bg2"/>
                </a:solidFill>
                <a:latin typeface="Times New Roman"/>
                <a:cs typeface="Times New Roman"/>
              </a:rPr>
              <a:t>KNN : </a:t>
            </a:r>
            <a:r>
              <a:rPr lang="en-US" sz="2000">
                <a:solidFill>
                  <a:schemeClr val="bg2"/>
                </a:solidFill>
                <a:ea typeface="+mn-lt"/>
                <a:cs typeface="+mn-lt"/>
              </a:rPr>
              <a:t>Nearest-neighbor classification</a:t>
            </a:r>
            <a:endParaRPr lang="en-US" sz="2000" b="1">
              <a:solidFill>
                <a:schemeClr val="bg2"/>
              </a:solidFill>
              <a:latin typeface="Times New Roman" panose="02020603050405020304" pitchFamily="18" charset="0"/>
              <a:cs typeface="Times New Roman" panose="02020603050405020304" pitchFamily="18" charset="0"/>
            </a:endParaRPr>
          </a:p>
          <a:p>
            <a:pPr lvl="1">
              <a:spcBef>
                <a:spcPts val="600"/>
              </a:spcBef>
              <a:buSzPct val="100000"/>
            </a:pPr>
            <a:r>
              <a:rPr lang="en-US" sz="2000" b="1">
                <a:solidFill>
                  <a:schemeClr val="bg2"/>
                </a:solidFill>
                <a:latin typeface="Times New Roman"/>
                <a:cs typeface="Times New Roman"/>
              </a:rPr>
              <a:t>6.  </a:t>
            </a:r>
            <a:r>
              <a:rPr lang="en-US" sz="2000" b="1" err="1">
                <a:solidFill>
                  <a:schemeClr val="bg2"/>
                </a:solidFill>
                <a:latin typeface="Times New Roman"/>
                <a:cs typeface="Times New Roman"/>
              </a:rPr>
              <a:t>XGBoost</a:t>
            </a:r>
            <a:r>
              <a:rPr lang="en-US" sz="2000" b="1">
                <a:solidFill>
                  <a:schemeClr val="bg2"/>
                </a:solidFill>
                <a:latin typeface="Times New Roman"/>
                <a:cs typeface="Times New Roman"/>
              </a:rPr>
              <a:t> : </a:t>
            </a:r>
            <a:r>
              <a:rPr lang="en-US" sz="2000">
                <a:solidFill>
                  <a:schemeClr val="bg2"/>
                </a:solidFill>
                <a:latin typeface="Times New Roman"/>
                <a:cs typeface="Times New Roman"/>
              </a:rPr>
              <a:t>Boosted Decision trees</a:t>
            </a:r>
            <a:endParaRPr lang="en-US" sz="2000">
              <a:solidFill>
                <a:schemeClr val="bg2"/>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20DF35DA-ACC4-F922-43D8-18BA1B4C4DEB}"/>
              </a:ext>
            </a:extLst>
          </p:cNvPr>
          <p:cNvSpPr/>
          <p:nvPr/>
        </p:nvSpPr>
        <p:spPr bwMode="gray">
          <a:xfrm>
            <a:off x="350982" y="6345382"/>
            <a:ext cx="3168073" cy="350982"/>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12329568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572C1E-7BAC-84E8-BFDC-6D40A7141CD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239263-AEAA-6969-8FED-41AEABD15E18}"/>
              </a:ext>
            </a:extLst>
          </p:cNvPr>
          <p:cNvSpPr>
            <a:spLocks noGrp="1"/>
          </p:cNvSpPr>
          <p:nvPr>
            <p:ph type="body" sz="quarter" idx="10"/>
          </p:nvPr>
        </p:nvSpPr>
        <p:spPr>
          <a:xfrm>
            <a:off x="446787" y="247968"/>
            <a:ext cx="10955781" cy="675576"/>
          </a:xfrm>
        </p:spPr>
        <p:txBody>
          <a:bodyPr>
            <a:noAutofit/>
          </a:bodyPr>
          <a:lstStyle/>
          <a:p>
            <a:r>
              <a:rPr lang="en-US" sz="4000" b="1">
                <a:solidFill>
                  <a:srgbClr val="86BC25"/>
                </a:solidFill>
                <a:latin typeface="Times New Roman" panose="02020603050405020304" pitchFamily="18" charset="0"/>
                <a:cs typeface="Times New Roman" panose="02020603050405020304" pitchFamily="18" charset="0"/>
              </a:rPr>
              <a:t>Model Evaluation :</a:t>
            </a:r>
          </a:p>
        </p:txBody>
      </p:sp>
      <p:sp>
        <p:nvSpPr>
          <p:cNvPr id="3" name="TextBox 2">
            <a:extLst>
              <a:ext uri="{FF2B5EF4-FFF2-40B4-BE49-F238E27FC236}">
                <a16:creationId xmlns:a16="http://schemas.microsoft.com/office/drawing/2014/main" id="{E483A59F-1238-F89A-A26F-0487B355D56B}"/>
              </a:ext>
            </a:extLst>
          </p:cNvPr>
          <p:cNvSpPr txBox="1"/>
          <p:nvPr/>
        </p:nvSpPr>
        <p:spPr>
          <a:xfrm>
            <a:off x="335952" y="990761"/>
            <a:ext cx="6092558" cy="3016210"/>
          </a:xfrm>
          <a:prstGeom prst="rect">
            <a:avLst/>
          </a:prstGeom>
          <a:noFill/>
        </p:spPr>
        <p:txBody>
          <a:bodyPr wrap="square" lIns="0" tIns="0" rIns="0" bIns="0" rtlCol="0">
            <a:spAutoFit/>
          </a:bodyPr>
          <a:lstStyle/>
          <a:p>
            <a:pPr marL="285750" indent="-285750">
              <a:buFont typeface="Wingdings" panose="05000000000000000000" pitchFamily="2" charset="2"/>
              <a:buChar char="Ø"/>
            </a:pPr>
            <a:r>
              <a:rPr lang="en-US" sz="2800" b="1">
                <a:solidFill>
                  <a:schemeClr val="bg2"/>
                </a:solidFill>
                <a:latin typeface="Times New Roman" panose="02020603050405020304" pitchFamily="18" charset="0"/>
                <a:cs typeface="Times New Roman" panose="02020603050405020304" pitchFamily="18" charset="0"/>
              </a:rPr>
              <a:t>Performance Metrices after Machine Learning Model Training :</a:t>
            </a:r>
          </a:p>
          <a:p>
            <a:pPr marL="285750" indent="-28575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F5FD2F1-F9EC-2E32-7283-0A016886E221}"/>
              </a:ext>
            </a:extLst>
          </p:cNvPr>
          <p:cNvPicPr>
            <a:picLocks noChangeAspect="1"/>
          </p:cNvPicPr>
          <p:nvPr/>
        </p:nvPicPr>
        <p:blipFill>
          <a:blip r:embed="rId3"/>
          <a:stretch>
            <a:fillRect/>
          </a:stretch>
        </p:blipFill>
        <p:spPr>
          <a:xfrm>
            <a:off x="1018916" y="4722037"/>
            <a:ext cx="4464567" cy="1486326"/>
          </a:xfrm>
          <a:prstGeom prst="rect">
            <a:avLst/>
          </a:prstGeom>
        </p:spPr>
      </p:pic>
      <p:sp>
        <p:nvSpPr>
          <p:cNvPr id="6" name="TextBox 5">
            <a:extLst>
              <a:ext uri="{FF2B5EF4-FFF2-40B4-BE49-F238E27FC236}">
                <a16:creationId xmlns:a16="http://schemas.microsoft.com/office/drawing/2014/main" id="{701F9158-AA97-C26E-318F-2B043ACB536C}"/>
              </a:ext>
            </a:extLst>
          </p:cNvPr>
          <p:cNvSpPr txBox="1"/>
          <p:nvPr/>
        </p:nvSpPr>
        <p:spPr>
          <a:xfrm>
            <a:off x="526473" y="2244436"/>
            <a:ext cx="5449454" cy="1215717"/>
          </a:xfrm>
          <a:prstGeom prst="rect">
            <a:avLst/>
          </a:prstGeom>
          <a:noFill/>
        </p:spPr>
        <p:txBody>
          <a:bodyPr wrap="square" lIns="0" tIns="0" rIns="0" bIns="0" rtlCol="0">
            <a:spAutoFit/>
          </a:bodyPr>
          <a:lstStyle/>
          <a:p>
            <a:pPr lvl="2"/>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pPr marL="203200" indent="-203200">
              <a:spcBef>
                <a:spcPts val="600"/>
              </a:spcBef>
              <a:buSzPct val="100000"/>
              <a:buFont typeface="Arial"/>
              <a:buChar char="•"/>
            </a:pPr>
            <a:endParaRPr lang="en-US">
              <a:solidFill>
                <a:srgbClr val="313131"/>
              </a:solidFill>
            </a:endParaRPr>
          </a:p>
        </p:txBody>
      </p:sp>
      <p:sp>
        <p:nvSpPr>
          <p:cNvPr id="7" name="TextBox 6">
            <a:extLst>
              <a:ext uri="{FF2B5EF4-FFF2-40B4-BE49-F238E27FC236}">
                <a16:creationId xmlns:a16="http://schemas.microsoft.com/office/drawing/2014/main" id="{1ECA59FD-2581-8868-103F-00FBC1832A8F}"/>
              </a:ext>
            </a:extLst>
          </p:cNvPr>
          <p:cNvSpPr txBox="1"/>
          <p:nvPr/>
        </p:nvSpPr>
        <p:spPr>
          <a:xfrm>
            <a:off x="452582" y="2105936"/>
            <a:ext cx="5643418" cy="2616101"/>
          </a:xfrm>
          <a:prstGeom prst="rect">
            <a:avLst/>
          </a:prstGeom>
          <a:noFill/>
        </p:spPr>
        <p:txBody>
          <a:bodyPr wrap="square" lIns="0" tIns="0" rIns="0" bIns="0" rtlCol="0" anchor="t">
            <a:spAutoFit/>
          </a:bodyPr>
          <a:lstStyle/>
          <a:p>
            <a:pPr marL="203200" indent="-203200">
              <a:spcBef>
                <a:spcPts val="600"/>
              </a:spcBef>
              <a:buSzPct val="100000"/>
              <a:buFont typeface="Arial"/>
              <a:buChar char="•"/>
            </a:pPr>
            <a:r>
              <a:rPr lang="en-US" sz="2800" b="1">
                <a:solidFill>
                  <a:schemeClr val="bg2"/>
                </a:solidFill>
                <a:latin typeface="Times New Roman" panose="02020603050405020304" pitchFamily="18" charset="0"/>
                <a:cs typeface="Times New Roman" panose="02020603050405020304" pitchFamily="18" charset="0"/>
              </a:rPr>
              <a:t>Performance Summary Table : </a:t>
            </a:r>
          </a:p>
          <a:p>
            <a:pPr marL="660400" lvl="1" indent="-203200">
              <a:spcBef>
                <a:spcPts val="600"/>
              </a:spcBef>
              <a:buSzPct val="100000"/>
              <a:buFont typeface="Arial"/>
              <a:buChar char="•"/>
            </a:pPr>
            <a:r>
              <a:rPr lang="en-US" sz="2200" err="1">
                <a:solidFill>
                  <a:schemeClr val="bg2"/>
                </a:solidFill>
                <a:latin typeface="Times New Roman"/>
                <a:cs typeface="Times New Roman"/>
              </a:rPr>
              <a:t>XGBoost</a:t>
            </a:r>
            <a:r>
              <a:rPr lang="en-US" sz="2200">
                <a:solidFill>
                  <a:schemeClr val="bg2"/>
                </a:solidFill>
                <a:latin typeface="Times New Roman"/>
                <a:cs typeface="Times New Roman"/>
              </a:rPr>
              <a:t> showcases as the Best Performing Model with a Accuracy of 82% and ROC-AUC of 76%</a:t>
            </a:r>
          </a:p>
          <a:p>
            <a:pPr marL="742950" lvl="1" indent="-285750">
              <a:spcBef>
                <a:spcPts val="600"/>
              </a:spcBef>
              <a:buSzPct val="100000"/>
              <a:buFont typeface="Arial" panose="020B0604020202020204" pitchFamily="34" charset="0"/>
              <a:buChar char="•"/>
            </a:pPr>
            <a:r>
              <a:rPr lang="en-US" sz="2200">
                <a:solidFill>
                  <a:schemeClr val="bg2"/>
                </a:solidFill>
                <a:latin typeface="Times New Roman"/>
                <a:cs typeface="Times New Roman"/>
              </a:rPr>
              <a:t>Random Forest comes as the Second Best Performing Model with a Accuracy of 80% and ROC-AUC  score of 75%.</a:t>
            </a:r>
          </a:p>
        </p:txBody>
      </p:sp>
      <p:pic>
        <p:nvPicPr>
          <p:cNvPr id="9" name="Picture 8">
            <a:extLst>
              <a:ext uri="{FF2B5EF4-FFF2-40B4-BE49-F238E27FC236}">
                <a16:creationId xmlns:a16="http://schemas.microsoft.com/office/drawing/2014/main" id="{FB118F35-7E02-1778-3CD3-D18572B042F4}"/>
              </a:ext>
            </a:extLst>
          </p:cNvPr>
          <p:cNvPicPr>
            <a:picLocks noChangeAspect="1"/>
          </p:cNvPicPr>
          <p:nvPr/>
        </p:nvPicPr>
        <p:blipFill>
          <a:blip r:embed="rId4"/>
          <a:stretch>
            <a:fillRect/>
          </a:stretch>
        </p:blipFill>
        <p:spPr>
          <a:xfrm>
            <a:off x="7104256" y="1197289"/>
            <a:ext cx="3749787" cy="2524966"/>
          </a:xfrm>
          <a:prstGeom prst="rect">
            <a:avLst/>
          </a:prstGeom>
        </p:spPr>
      </p:pic>
      <p:pic>
        <p:nvPicPr>
          <p:cNvPr id="11" name="Picture 10">
            <a:extLst>
              <a:ext uri="{FF2B5EF4-FFF2-40B4-BE49-F238E27FC236}">
                <a16:creationId xmlns:a16="http://schemas.microsoft.com/office/drawing/2014/main" id="{8468E6F3-8C5B-D459-B09A-0654A55ED479}"/>
              </a:ext>
            </a:extLst>
          </p:cNvPr>
          <p:cNvPicPr>
            <a:picLocks noChangeAspect="1"/>
          </p:cNvPicPr>
          <p:nvPr/>
        </p:nvPicPr>
        <p:blipFill>
          <a:blip r:embed="rId5"/>
          <a:stretch>
            <a:fillRect/>
          </a:stretch>
        </p:blipFill>
        <p:spPr>
          <a:xfrm>
            <a:off x="7104256" y="3722254"/>
            <a:ext cx="3749787" cy="2696891"/>
          </a:xfrm>
          <a:prstGeom prst="rect">
            <a:avLst/>
          </a:prstGeom>
        </p:spPr>
      </p:pic>
    </p:spTree>
    <p:extLst>
      <p:ext uri="{BB962C8B-B14F-4D97-AF65-F5344CB8AC3E}">
        <p14:creationId xmlns:p14="http://schemas.microsoft.com/office/powerpoint/2010/main" val="66803105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5AA001-493B-1B26-87D1-63CB6B3E2270}"/>
              </a:ext>
            </a:extLst>
          </p:cNvPr>
          <p:cNvSpPr txBox="1"/>
          <p:nvPr/>
        </p:nvSpPr>
        <p:spPr>
          <a:xfrm>
            <a:off x="3144970" y="2633754"/>
            <a:ext cx="9712105" cy="10772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buSzPct val="100000"/>
            </a:pPr>
            <a:r>
              <a:rPr lang="en-US" sz="7000" b="1">
                <a:solidFill>
                  <a:schemeClr val="bg1"/>
                </a:solidFill>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rPr>
              <a:t>THANK YOU</a:t>
            </a:r>
            <a:endParaRPr lang="en-US" sz="7000">
              <a:solidFill>
                <a:schemeClr val="bg1"/>
              </a:solidFill>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50884204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Z6U2HC7FTF6PyUnxTQv.jA"/>
</p:tagLst>
</file>

<file path=ppt/theme/theme1.xml><?xml version="1.0" encoding="utf-8"?>
<a:theme xmlns:a="http://schemas.openxmlformats.org/drawingml/2006/main" name="Deloitte_Brand_16_9">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id="{8B76E5FB-3D44-4ADE-97F4-EE2F8DA6C64F}" vid="{D90B51BD-6DB3-412C-BDC1-2EA0386B91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21B936-83EF-4B7B-BC99-98957BDA2A6B}">
  <we:reference id="97ff72f7-3dc5-4f2f-8c24-51759c83085f"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3" ma:contentTypeDescription="Create a new document." ma:contentTypeScope="" ma:versionID="0a46a10188038176b4a387d52ea71e7a">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9067f50d15324d46a422f953b0a6563"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F5FBC8-9FF1-4377-BFED-A78611F885BB}">
  <ds:schemaRefs>
    <ds:schemaRef ds:uri="8ee28f6f-733e-446a-845c-015b8614e1f7"/>
    <ds:schemaRef ds:uri="8f1e2369-70da-40d7-b978-99d0855b91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A05E49B-70B5-4FEC-89D5-F69F52BE5B81}">
  <ds:schemaRefs>
    <ds:schemaRef ds:uri="8ee28f6f-733e-446a-845c-015b8614e1f7"/>
    <ds:schemaRef ds:uri="8f1e2369-70da-40d7-b978-99d0855b91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12E9EB6-BE14-4E9B-B53A-6D95BDD731E5}">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26</Slides>
  <Notes>23</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Deloitte_Brand_16_9</vt:lpstr>
      <vt:lpstr>Offer-to-Join   Conversion Analysis</vt:lpstr>
      <vt:lpstr>Content :</vt:lpstr>
      <vt:lpstr>Problem Statement : </vt:lpstr>
      <vt:lpstr>Project Objective :</vt:lpstr>
      <vt:lpstr>About The Data Set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Bhattacharya, Ritankar</dc:creator>
  <cp:revision>2</cp:revision>
  <cp:lastPrinted>2014-06-25T02:16:22Z</cp:lastPrinted>
  <dcterms:created xsi:type="dcterms:W3CDTF">2026-08-27T11:48:15Z</dcterms:created>
  <dcterms:modified xsi:type="dcterms:W3CDTF">2026-08-31T09:25:40Z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0x01010097C0B5E8C28FBB4DB6BB6E6547CA8A70</vt:lpwstr>
  </property>
  <property fmtid="{D5CDD505-2E9C-101B-9397-08002B2CF9AE}" pid="3" name="MSIP_Label_ea60d57e-af5b-4752-ac57-3e4f28ca11dc_Enabled">
    <vt:lpwstr>true</vt:lpwstr>
  </property>
  <property fmtid="{D5CDD505-2E9C-101B-9397-08002B2CF9AE}" pid="4" name="MSIP_Label_ea60d57e-af5b-4752-ac57-3e4f28ca11dc_SetDate">
    <vt:lpwstr>2022-02-03T00:56:03Z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e34bbb7b-c0ba-43c0-adcc-2addc99e68c5</vt:lpwstr>
  </property>
  <property fmtid="{D5CDD505-2E9C-101B-9397-08002B2CF9AE}" pid="9" name="MSIP_Label_ea60d57e-af5b-4752-ac57-3e4f28ca11dc_ContentBits">
    <vt:lpwstr>0</vt:lpwstr>
  </property>
</Properties>
</file>