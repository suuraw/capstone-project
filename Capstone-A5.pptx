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3d82446a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3d82446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41508ae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b41508ae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3d82446a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3d82446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b3d82446a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b3d82446a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09ecbd3fb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09ecbd3f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0000" y="0"/>
            <a:ext cx="16343924" cy="914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5"/>
          <p:cNvCxnSpPr/>
          <p:nvPr/>
        </p:nvCxnSpPr>
        <p:spPr>
          <a:xfrm>
            <a:off x="1515250" y="1004675"/>
            <a:ext cx="5566800" cy="0"/>
          </a:xfrm>
          <a:prstGeom prst="straightConnector1">
            <a:avLst/>
          </a:prstGeom>
          <a:noFill/>
          <a:ln cap="flat" cmpd="sng" w="2286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4775" y="4920925"/>
            <a:ext cx="933125" cy="3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8994775" y="4809862"/>
            <a:ext cx="1023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Joined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ply the exact color scheme from the first slide to every slide in this presentation — white background, bold black headings, Deloitte green (&#10;#86BC25) used consistently for accents, underlines, bars, borders, and highlight elements. Keep the same fonts, spacing style, and visual treatment throughout for a consistent, professional look. Do not alter, rewrite, shorten, or rephrase any existing text or content on any slide — only update colors, accents, and styling to match the first slide. Also remove the 'Gemini' / 'Notebook' watermark or branding text/logo that appears on the slides, without affecting any other content or layout."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3500" y="0"/>
            <a:ext cx="16383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862825" y="1561450"/>
            <a:ext cx="1097100" cy="85500"/>
          </a:xfrm>
          <a:prstGeom prst="roundRect">
            <a:avLst>
              <a:gd fmla="val 50000" name="adj"/>
            </a:avLst>
          </a:prstGeom>
          <a:solidFill>
            <a:srgbClr val="86B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56002" cy="914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48850" y="6556700"/>
            <a:ext cx="3524025" cy="625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/>
          <p:nvPr/>
        </p:nvSpPr>
        <p:spPr>
          <a:xfrm>
            <a:off x="722450" y="1031176"/>
            <a:ext cx="856500" cy="42600"/>
          </a:xfrm>
          <a:prstGeom prst="roundRect">
            <a:avLst>
              <a:gd fmla="val 50000" name="adj"/>
            </a:avLst>
          </a:prstGeom>
          <a:solidFill>
            <a:srgbClr val="86B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6002" cy="914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5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/>
          <p:nvPr/>
        </p:nvSpPr>
        <p:spPr>
          <a:xfrm>
            <a:off x="861800" y="1296420"/>
            <a:ext cx="685800" cy="38100"/>
          </a:xfrm>
          <a:prstGeom prst="roundRect">
            <a:avLst>
              <a:gd fmla="val 50000" name="adj"/>
            </a:avLst>
          </a:prstGeom>
          <a:solidFill>
            <a:srgbClr val="86BC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5714134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